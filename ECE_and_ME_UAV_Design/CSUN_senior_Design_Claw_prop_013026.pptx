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1"/>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76" r:id="rId16"/>
    <p:sldId id="271" r:id="rId17"/>
    <p:sldId id="275"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120" d="100"/>
          <a:sy n="120" d="100"/>
        </p:scale>
        <p:origin x="17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6/11/relationships/changesInfo" Target="changesInfos/changesInfo1.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za, Luis A" userId="c37de89e-b87f-418d-b3b5-48665636f94e" providerId="ADAL" clId="{625BA08E-DC2B-4F31-AABE-3BD9ADE411E6}"/>
    <pc:docChg chg="custSel modSld">
      <pc:chgData name="Meza, Luis A" userId="c37de89e-b87f-418d-b3b5-48665636f94e" providerId="ADAL" clId="{625BA08E-DC2B-4F31-AABE-3BD9ADE411E6}" dt="2026-01-31T01:47:18.749" v="338" actId="20577"/>
      <pc:docMkLst>
        <pc:docMk/>
      </pc:docMkLst>
      <pc:sldChg chg="modTransition modAnim">
        <pc:chgData name="Meza, Luis A" userId="c37de89e-b87f-418d-b3b5-48665636f94e" providerId="ADAL" clId="{625BA08E-DC2B-4F31-AABE-3BD9ADE411E6}" dt="2026-01-30T23:29:02.425" v="16"/>
        <pc:sldMkLst>
          <pc:docMk/>
          <pc:sldMk cId="877424754" sldId="256"/>
        </pc:sldMkLst>
      </pc:sldChg>
      <pc:sldChg chg="modSp mod modTransition">
        <pc:chgData name="Meza, Luis A" userId="c37de89e-b87f-418d-b3b5-48665636f94e" providerId="ADAL" clId="{625BA08E-DC2B-4F31-AABE-3BD9ADE411E6}" dt="2026-01-31T01:47:18.749" v="338" actId="20577"/>
        <pc:sldMkLst>
          <pc:docMk/>
          <pc:sldMk cId="2986467488" sldId="257"/>
        </pc:sldMkLst>
        <pc:spChg chg="mod">
          <ac:chgData name="Meza, Luis A" userId="c37de89e-b87f-418d-b3b5-48665636f94e" providerId="ADAL" clId="{625BA08E-DC2B-4F31-AABE-3BD9ADE411E6}" dt="2026-01-31T01:47:18.749" v="338" actId="20577"/>
          <ac:spMkLst>
            <pc:docMk/>
            <pc:sldMk cId="2986467488" sldId="257"/>
            <ac:spMk id="3" creationId="{088C7A51-3B84-A3EB-F146-9AFFF8D988BF}"/>
          </ac:spMkLst>
        </pc:spChg>
      </pc:sldChg>
      <pc:sldChg chg="modTransition">
        <pc:chgData name="Meza, Luis A" userId="c37de89e-b87f-418d-b3b5-48665636f94e" providerId="ADAL" clId="{625BA08E-DC2B-4F31-AABE-3BD9ADE411E6}" dt="2026-01-30T23:27:55.263" v="15"/>
        <pc:sldMkLst>
          <pc:docMk/>
          <pc:sldMk cId="3929635700" sldId="258"/>
        </pc:sldMkLst>
      </pc:sldChg>
      <pc:sldChg chg="modTransition">
        <pc:chgData name="Meza, Luis A" userId="c37de89e-b87f-418d-b3b5-48665636f94e" providerId="ADAL" clId="{625BA08E-DC2B-4F31-AABE-3BD9ADE411E6}" dt="2026-01-30T23:27:55.263" v="15"/>
        <pc:sldMkLst>
          <pc:docMk/>
          <pc:sldMk cId="865031590" sldId="259"/>
        </pc:sldMkLst>
      </pc:sldChg>
      <pc:sldChg chg="modTransition">
        <pc:chgData name="Meza, Luis A" userId="c37de89e-b87f-418d-b3b5-48665636f94e" providerId="ADAL" clId="{625BA08E-DC2B-4F31-AABE-3BD9ADE411E6}" dt="2026-01-30T23:27:55.263" v="15"/>
        <pc:sldMkLst>
          <pc:docMk/>
          <pc:sldMk cId="46540925" sldId="260"/>
        </pc:sldMkLst>
      </pc:sldChg>
      <pc:sldChg chg="modTransition">
        <pc:chgData name="Meza, Luis A" userId="c37de89e-b87f-418d-b3b5-48665636f94e" providerId="ADAL" clId="{625BA08E-DC2B-4F31-AABE-3BD9ADE411E6}" dt="2026-01-30T23:27:55.263" v="15"/>
        <pc:sldMkLst>
          <pc:docMk/>
          <pc:sldMk cId="1890971435" sldId="261"/>
        </pc:sldMkLst>
      </pc:sldChg>
      <pc:sldChg chg="modTransition">
        <pc:chgData name="Meza, Luis A" userId="c37de89e-b87f-418d-b3b5-48665636f94e" providerId="ADAL" clId="{625BA08E-DC2B-4F31-AABE-3BD9ADE411E6}" dt="2026-01-30T23:27:55.263" v="15"/>
        <pc:sldMkLst>
          <pc:docMk/>
          <pc:sldMk cId="1085696374" sldId="262"/>
        </pc:sldMkLst>
      </pc:sldChg>
      <pc:sldChg chg="modTransition">
        <pc:chgData name="Meza, Luis A" userId="c37de89e-b87f-418d-b3b5-48665636f94e" providerId="ADAL" clId="{625BA08E-DC2B-4F31-AABE-3BD9ADE411E6}" dt="2026-01-30T23:27:55.263" v="15"/>
        <pc:sldMkLst>
          <pc:docMk/>
          <pc:sldMk cId="745005736" sldId="263"/>
        </pc:sldMkLst>
      </pc:sldChg>
      <pc:sldChg chg="modTransition">
        <pc:chgData name="Meza, Luis A" userId="c37de89e-b87f-418d-b3b5-48665636f94e" providerId="ADAL" clId="{625BA08E-DC2B-4F31-AABE-3BD9ADE411E6}" dt="2026-01-30T23:27:55.263" v="15"/>
        <pc:sldMkLst>
          <pc:docMk/>
          <pc:sldMk cId="4042711833" sldId="264"/>
        </pc:sldMkLst>
      </pc:sldChg>
      <pc:sldChg chg="modTransition">
        <pc:chgData name="Meza, Luis A" userId="c37de89e-b87f-418d-b3b5-48665636f94e" providerId="ADAL" clId="{625BA08E-DC2B-4F31-AABE-3BD9ADE411E6}" dt="2026-01-30T23:27:55.263" v="15"/>
        <pc:sldMkLst>
          <pc:docMk/>
          <pc:sldMk cId="1471224850" sldId="265"/>
        </pc:sldMkLst>
      </pc:sldChg>
      <pc:sldChg chg="modTransition">
        <pc:chgData name="Meza, Luis A" userId="c37de89e-b87f-418d-b3b5-48665636f94e" providerId="ADAL" clId="{625BA08E-DC2B-4F31-AABE-3BD9ADE411E6}" dt="2026-01-30T23:27:55.263" v="15"/>
        <pc:sldMkLst>
          <pc:docMk/>
          <pc:sldMk cId="262798578" sldId="266"/>
        </pc:sldMkLst>
      </pc:sldChg>
      <pc:sldChg chg="modTransition">
        <pc:chgData name="Meza, Luis A" userId="c37de89e-b87f-418d-b3b5-48665636f94e" providerId="ADAL" clId="{625BA08E-DC2B-4F31-AABE-3BD9ADE411E6}" dt="2026-01-30T23:27:55.263" v="15"/>
        <pc:sldMkLst>
          <pc:docMk/>
          <pc:sldMk cId="1178207495" sldId="267"/>
        </pc:sldMkLst>
      </pc:sldChg>
      <pc:sldChg chg="modTransition">
        <pc:chgData name="Meza, Luis A" userId="c37de89e-b87f-418d-b3b5-48665636f94e" providerId="ADAL" clId="{625BA08E-DC2B-4F31-AABE-3BD9ADE411E6}" dt="2026-01-30T23:27:55.263" v="15"/>
        <pc:sldMkLst>
          <pc:docMk/>
          <pc:sldMk cId="953192941" sldId="268"/>
        </pc:sldMkLst>
      </pc:sldChg>
      <pc:sldChg chg="modSp mod modTransition">
        <pc:chgData name="Meza, Luis A" userId="c37de89e-b87f-418d-b3b5-48665636f94e" providerId="ADAL" clId="{625BA08E-DC2B-4F31-AABE-3BD9ADE411E6}" dt="2026-01-30T23:40:46.747" v="29" actId="20577"/>
        <pc:sldMkLst>
          <pc:docMk/>
          <pc:sldMk cId="2932945716" sldId="271"/>
        </pc:sldMkLst>
        <pc:spChg chg="mod">
          <ac:chgData name="Meza, Luis A" userId="c37de89e-b87f-418d-b3b5-48665636f94e" providerId="ADAL" clId="{625BA08E-DC2B-4F31-AABE-3BD9ADE411E6}" dt="2026-01-30T23:40:46.747" v="29" actId="20577"/>
          <ac:spMkLst>
            <pc:docMk/>
            <pc:sldMk cId="2932945716" sldId="271"/>
            <ac:spMk id="3" creationId="{64DAE600-9F11-BB67-4126-F3469882A44D}"/>
          </ac:spMkLst>
        </pc:spChg>
      </pc:sldChg>
      <pc:sldChg chg="modSp mod modTransition">
        <pc:chgData name="Meza, Luis A" userId="c37de89e-b87f-418d-b3b5-48665636f94e" providerId="ADAL" clId="{625BA08E-DC2B-4F31-AABE-3BD9ADE411E6}" dt="2026-01-31T01:42:09.876" v="223" actId="20577"/>
        <pc:sldMkLst>
          <pc:docMk/>
          <pc:sldMk cId="1416403279" sldId="273"/>
        </pc:sldMkLst>
        <pc:spChg chg="mod">
          <ac:chgData name="Meza, Luis A" userId="c37de89e-b87f-418d-b3b5-48665636f94e" providerId="ADAL" clId="{625BA08E-DC2B-4F31-AABE-3BD9ADE411E6}" dt="2026-01-31T01:42:09.876" v="223" actId="20577"/>
          <ac:spMkLst>
            <pc:docMk/>
            <pc:sldMk cId="1416403279" sldId="273"/>
            <ac:spMk id="10" creationId="{E2284105-6114-06EE-6A1B-D6D964CE5450}"/>
          </ac:spMkLst>
        </pc:spChg>
      </pc:sldChg>
      <pc:sldChg chg="modTransition">
        <pc:chgData name="Meza, Luis A" userId="c37de89e-b87f-418d-b3b5-48665636f94e" providerId="ADAL" clId="{625BA08E-DC2B-4F31-AABE-3BD9ADE411E6}" dt="2026-01-30T23:27:55.263" v="15"/>
        <pc:sldMkLst>
          <pc:docMk/>
          <pc:sldMk cId="33312612" sldId="274"/>
        </pc:sldMkLst>
      </pc:sldChg>
      <pc:sldChg chg="modTransition">
        <pc:chgData name="Meza, Luis A" userId="c37de89e-b87f-418d-b3b5-48665636f94e" providerId="ADAL" clId="{625BA08E-DC2B-4F31-AABE-3BD9ADE411E6}" dt="2026-01-30T23:27:55.263" v="15"/>
        <pc:sldMkLst>
          <pc:docMk/>
          <pc:sldMk cId="1147669433" sldId="275"/>
        </pc:sldMkLst>
      </pc:sldChg>
      <pc:sldChg chg="modTransition">
        <pc:chgData name="Meza, Luis A" userId="c37de89e-b87f-418d-b3b5-48665636f94e" providerId="ADAL" clId="{625BA08E-DC2B-4F31-AABE-3BD9ADE411E6}" dt="2026-01-30T23:27:55.263" v="15"/>
        <pc:sldMkLst>
          <pc:docMk/>
          <pc:sldMk cId="1213042319" sldId="276"/>
        </pc:sldMkLst>
      </pc:sldChg>
    </pc:docChg>
  </pc:docChgLst>
  <pc:docChgLst>
    <pc:chgData name="Meza, Luis A" userId="c37de89e-b87f-418d-b3b5-48665636f94e" providerId="ADAL" clId="{422C982C-BC35-413A-BC9C-0D18855BFF49}"/>
    <pc:docChg chg="modSld">
      <pc:chgData name="Meza, Luis A" userId="c37de89e-b87f-418d-b3b5-48665636f94e" providerId="ADAL" clId="{422C982C-BC35-413A-BC9C-0D18855BFF49}" dt="2026-02-03T02:49:50.693" v="0" actId="14100"/>
      <pc:docMkLst>
        <pc:docMk/>
      </pc:docMkLst>
      <pc:sldChg chg="modSp mod">
        <pc:chgData name="Meza, Luis A" userId="c37de89e-b87f-418d-b3b5-48665636f94e" providerId="ADAL" clId="{422C982C-BC35-413A-BC9C-0D18855BFF49}" dt="2026-02-03T02:49:50.693" v="0" actId="14100"/>
        <pc:sldMkLst>
          <pc:docMk/>
          <pc:sldMk cId="33312612" sldId="274"/>
        </pc:sldMkLst>
        <pc:spChg chg="mod">
          <ac:chgData name="Meza, Luis A" userId="c37de89e-b87f-418d-b3b5-48665636f94e" providerId="ADAL" clId="{422C982C-BC35-413A-BC9C-0D18855BFF49}" dt="2026-02-03T02:49:50.693" v="0" actId="14100"/>
          <ac:spMkLst>
            <pc:docMk/>
            <pc:sldMk cId="33312612" sldId="274"/>
            <ac:spMk id="4" creationId="{70511349-01FB-D250-A0C8-5BB3E77A149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B140BC-9A79-4D93-87AE-1792DFB0090F}" type="datetimeFigureOut">
              <a:rPr lang="en-US" smtClean="0"/>
              <a:t>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0DB023-F0E2-4643-90D4-CD463508AF8E}" type="slidenum">
              <a:rPr lang="en-US" smtClean="0"/>
              <a:t>‹#›</a:t>
            </a:fld>
            <a:endParaRPr lang="en-US"/>
          </a:p>
        </p:txBody>
      </p:sp>
    </p:spTree>
    <p:extLst>
      <p:ext uri="{BB962C8B-B14F-4D97-AF65-F5344CB8AC3E}">
        <p14:creationId xmlns:p14="http://schemas.microsoft.com/office/powerpoint/2010/main" val="10898858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8A9B3-00AB-AEFF-0F80-973F8AB3515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98CCF43-5DD3-436D-3645-B532E3D109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7B4B70F-16A3-6342-B720-AD6718F48F26}"/>
              </a:ext>
            </a:extLst>
          </p:cNvPr>
          <p:cNvSpPr>
            <a:spLocks noGrp="1"/>
          </p:cNvSpPr>
          <p:nvPr>
            <p:ph type="dt" sz="half" idx="10"/>
          </p:nvPr>
        </p:nvSpPr>
        <p:spPr/>
        <p:txBody>
          <a:bodyPr/>
          <a:lstStyle/>
          <a:p>
            <a:fld id="{011F1279-CD72-4390-87C5-7CE54F020F9B}" type="datetime1">
              <a:rPr lang="en-US" smtClean="0"/>
              <a:t>2/2/2026</a:t>
            </a:fld>
            <a:endParaRPr lang="en-US"/>
          </a:p>
        </p:txBody>
      </p:sp>
      <p:sp>
        <p:nvSpPr>
          <p:cNvPr id="5" name="Footer Placeholder 4">
            <a:extLst>
              <a:ext uri="{FF2B5EF4-FFF2-40B4-BE49-F238E27FC236}">
                <a16:creationId xmlns:a16="http://schemas.microsoft.com/office/drawing/2014/main" id="{0327CC77-72DC-2EE5-7457-17443CF9B1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F688B4-62DA-0A37-33B2-83AC8A9CB56B}"/>
              </a:ext>
            </a:extLst>
          </p:cNvPr>
          <p:cNvSpPr>
            <a:spLocks noGrp="1"/>
          </p:cNvSpPr>
          <p:nvPr>
            <p:ph type="sldNum" sz="quarter" idx="12"/>
          </p:nvPr>
        </p:nvSpPr>
        <p:spPr/>
        <p:txBody>
          <a:bodyPr/>
          <a:lstStyle/>
          <a:p>
            <a:fld id="{5632AF9C-16F3-42A0-B9C1-C9AB0793823B}" type="slidenum">
              <a:rPr lang="en-US" smtClean="0"/>
              <a:t>‹#›</a:t>
            </a:fld>
            <a:endParaRPr lang="en-US"/>
          </a:p>
        </p:txBody>
      </p:sp>
    </p:spTree>
    <p:extLst>
      <p:ext uri="{BB962C8B-B14F-4D97-AF65-F5344CB8AC3E}">
        <p14:creationId xmlns:p14="http://schemas.microsoft.com/office/powerpoint/2010/main" val="41066717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C69BE-3BBE-5529-76B4-8336C58B165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092BA05-71CA-E8FA-E380-E3E758A777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16CFB9-85A5-DB7B-6AB2-B17C3C05F3A2}"/>
              </a:ext>
            </a:extLst>
          </p:cNvPr>
          <p:cNvSpPr>
            <a:spLocks noGrp="1"/>
          </p:cNvSpPr>
          <p:nvPr>
            <p:ph type="dt" sz="half" idx="10"/>
          </p:nvPr>
        </p:nvSpPr>
        <p:spPr/>
        <p:txBody>
          <a:bodyPr/>
          <a:lstStyle/>
          <a:p>
            <a:fld id="{076D38B2-B8C7-4A2E-A1CB-05D58092AAA1}" type="datetime1">
              <a:rPr lang="en-US" smtClean="0"/>
              <a:t>2/2/2026</a:t>
            </a:fld>
            <a:endParaRPr lang="en-US"/>
          </a:p>
        </p:txBody>
      </p:sp>
      <p:sp>
        <p:nvSpPr>
          <p:cNvPr id="5" name="Footer Placeholder 4">
            <a:extLst>
              <a:ext uri="{FF2B5EF4-FFF2-40B4-BE49-F238E27FC236}">
                <a16:creationId xmlns:a16="http://schemas.microsoft.com/office/drawing/2014/main" id="{3148185A-8D7A-DE5E-4B7F-3483667A9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941231-C3F8-1E03-4C5F-993EB672D8B6}"/>
              </a:ext>
            </a:extLst>
          </p:cNvPr>
          <p:cNvSpPr>
            <a:spLocks noGrp="1"/>
          </p:cNvSpPr>
          <p:nvPr>
            <p:ph type="sldNum" sz="quarter" idx="12"/>
          </p:nvPr>
        </p:nvSpPr>
        <p:spPr/>
        <p:txBody>
          <a:bodyPr/>
          <a:lstStyle/>
          <a:p>
            <a:fld id="{5632AF9C-16F3-42A0-B9C1-C9AB0793823B}" type="slidenum">
              <a:rPr lang="en-US" smtClean="0"/>
              <a:t>‹#›</a:t>
            </a:fld>
            <a:endParaRPr lang="en-US"/>
          </a:p>
        </p:txBody>
      </p:sp>
    </p:spTree>
    <p:extLst>
      <p:ext uri="{BB962C8B-B14F-4D97-AF65-F5344CB8AC3E}">
        <p14:creationId xmlns:p14="http://schemas.microsoft.com/office/powerpoint/2010/main" val="3938607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2394D-B71B-1099-7135-78959E7F2E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539C9BB-7E3D-595F-2525-90EC2439D79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8AE462-85B8-D634-769E-1FB4FC5B0445}"/>
              </a:ext>
            </a:extLst>
          </p:cNvPr>
          <p:cNvSpPr>
            <a:spLocks noGrp="1"/>
          </p:cNvSpPr>
          <p:nvPr>
            <p:ph type="dt" sz="half" idx="10"/>
          </p:nvPr>
        </p:nvSpPr>
        <p:spPr/>
        <p:txBody>
          <a:bodyPr/>
          <a:lstStyle/>
          <a:p>
            <a:fld id="{38D263A0-8555-4EEF-9782-7713ED21EC11}" type="datetime1">
              <a:rPr lang="en-US" smtClean="0"/>
              <a:t>2/2/2026</a:t>
            </a:fld>
            <a:endParaRPr lang="en-US"/>
          </a:p>
        </p:txBody>
      </p:sp>
      <p:sp>
        <p:nvSpPr>
          <p:cNvPr id="5" name="Footer Placeholder 4">
            <a:extLst>
              <a:ext uri="{FF2B5EF4-FFF2-40B4-BE49-F238E27FC236}">
                <a16:creationId xmlns:a16="http://schemas.microsoft.com/office/drawing/2014/main" id="{2C8E74DE-8026-5718-0AF7-D3A4B3C4CD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539D5F-EB90-92C1-B2B3-34078E6AB0FA}"/>
              </a:ext>
            </a:extLst>
          </p:cNvPr>
          <p:cNvSpPr>
            <a:spLocks noGrp="1"/>
          </p:cNvSpPr>
          <p:nvPr>
            <p:ph type="sldNum" sz="quarter" idx="12"/>
          </p:nvPr>
        </p:nvSpPr>
        <p:spPr/>
        <p:txBody>
          <a:bodyPr/>
          <a:lstStyle/>
          <a:p>
            <a:fld id="{5632AF9C-16F3-42A0-B9C1-C9AB0793823B}" type="slidenum">
              <a:rPr lang="en-US" smtClean="0"/>
              <a:t>‹#›</a:t>
            </a:fld>
            <a:endParaRPr lang="en-US"/>
          </a:p>
        </p:txBody>
      </p:sp>
    </p:spTree>
    <p:extLst>
      <p:ext uri="{BB962C8B-B14F-4D97-AF65-F5344CB8AC3E}">
        <p14:creationId xmlns:p14="http://schemas.microsoft.com/office/powerpoint/2010/main" val="40330792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11611-BEE6-47E0-BD15-441F0C1302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5A1270A-4C16-7051-87D2-9015E6B3EC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0F76107-7F61-2986-60D1-221BA15B0CA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0E7FFC-E48F-95E9-7250-09D90E41AE5E}"/>
              </a:ext>
            </a:extLst>
          </p:cNvPr>
          <p:cNvSpPr>
            <a:spLocks noGrp="1"/>
          </p:cNvSpPr>
          <p:nvPr>
            <p:ph type="dt" sz="half" idx="10"/>
          </p:nvPr>
        </p:nvSpPr>
        <p:spPr/>
        <p:txBody>
          <a:bodyPr/>
          <a:lstStyle/>
          <a:p>
            <a:fld id="{54454057-6D91-4015-BB49-6C28F495492E}" type="datetime1">
              <a:rPr lang="en-US" smtClean="0"/>
              <a:t>2/2/2026</a:t>
            </a:fld>
            <a:endParaRPr lang="en-US"/>
          </a:p>
        </p:txBody>
      </p:sp>
      <p:sp>
        <p:nvSpPr>
          <p:cNvPr id="6" name="Footer Placeholder 5">
            <a:extLst>
              <a:ext uri="{FF2B5EF4-FFF2-40B4-BE49-F238E27FC236}">
                <a16:creationId xmlns:a16="http://schemas.microsoft.com/office/drawing/2014/main" id="{D44C8BC3-6AB3-C93F-4B79-2413A67E04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7BAF8E-4CC6-4373-8C8D-2055F6E9CF1C}"/>
              </a:ext>
            </a:extLst>
          </p:cNvPr>
          <p:cNvSpPr>
            <a:spLocks noGrp="1"/>
          </p:cNvSpPr>
          <p:nvPr>
            <p:ph type="sldNum" sz="quarter" idx="12"/>
          </p:nvPr>
        </p:nvSpPr>
        <p:spPr/>
        <p:txBody>
          <a:bodyPr/>
          <a:lstStyle/>
          <a:p>
            <a:fld id="{5632AF9C-16F3-42A0-B9C1-C9AB0793823B}" type="slidenum">
              <a:rPr lang="en-US" smtClean="0"/>
              <a:t>‹#›</a:t>
            </a:fld>
            <a:endParaRPr lang="en-US"/>
          </a:p>
        </p:txBody>
      </p:sp>
    </p:spTree>
    <p:extLst>
      <p:ext uri="{BB962C8B-B14F-4D97-AF65-F5344CB8AC3E}">
        <p14:creationId xmlns:p14="http://schemas.microsoft.com/office/powerpoint/2010/main" val="4135854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F007E-28EE-8380-653B-9E710A3A55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17FEF31-967B-73DE-FE0B-D5187E3BCB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23CF35-7519-0FBE-88BA-E9791303F4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A0EB3B2-97FA-23D5-92B5-922EBE7ABD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0FEA830-2FBF-81BC-72E5-C0362062865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84C19AC-EBF7-D5A4-0CCE-C323CA497F35}"/>
              </a:ext>
            </a:extLst>
          </p:cNvPr>
          <p:cNvSpPr>
            <a:spLocks noGrp="1"/>
          </p:cNvSpPr>
          <p:nvPr>
            <p:ph type="dt" sz="half" idx="10"/>
          </p:nvPr>
        </p:nvSpPr>
        <p:spPr/>
        <p:txBody>
          <a:bodyPr/>
          <a:lstStyle/>
          <a:p>
            <a:fld id="{0929C9F6-F213-4BF1-AA91-0C435E347519}" type="datetime1">
              <a:rPr lang="en-US" smtClean="0"/>
              <a:t>2/2/2026</a:t>
            </a:fld>
            <a:endParaRPr lang="en-US"/>
          </a:p>
        </p:txBody>
      </p:sp>
      <p:sp>
        <p:nvSpPr>
          <p:cNvPr id="8" name="Footer Placeholder 7">
            <a:extLst>
              <a:ext uri="{FF2B5EF4-FFF2-40B4-BE49-F238E27FC236}">
                <a16:creationId xmlns:a16="http://schemas.microsoft.com/office/drawing/2014/main" id="{33B8C945-13BF-56BD-B9AE-93F9EEB92FC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7C5E682-3CDE-F04E-4F96-0810499CEE4D}"/>
              </a:ext>
            </a:extLst>
          </p:cNvPr>
          <p:cNvSpPr>
            <a:spLocks noGrp="1"/>
          </p:cNvSpPr>
          <p:nvPr>
            <p:ph type="sldNum" sz="quarter" idx="12"/>
          </p:nvPr>
        </p:nvSpPr>
        <p:spPr/>
        <p:txBody>
          <a:bodyPr/>
          <a:lstStyle/>
          <a:p>
            <a:fld id="{5632AF9C-16F3-42A0-B9C1-C9AB0793823B}" type="slidenum">
              <a:rPr lang="en-US" smtClean="0"/>
              <a:t>‹#›</a:t>
            </a:fld>
            <a:endParaRPr lang="en-US"/>
          </a:p>
        </p:txBody>
      </p:sp>
    </p:spTree>
    <p:extLst>
      <p:ext uri="{BB962C8B-B14F-4D97-AF65-F5344CB8AC3E}">
        <p14:creationId xmlns:p14="http://schemas.microsoft.com/office/powerpoint/2010/main" val="21653648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248E9-637F-CCB8-FE34-7B8918C57BC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2785065-90C0-629D-6854-D1DD8A12592C}"/>
              </a:ext>
            </a:extLst>
          </p:cNvPr>
          <p:cNvSpPr>
            <a:spLocks noGrp="1"/>
          </p:cNvSpPr>
          <p:nvPr>
            <p:ph type="dt" sz="half" idx="10"/>
          </p:nvPr>
        </p:nvSpPr>
        <p:spPr/>
        <p:txBody>
          <a:bodyPr/>
          <a:lstStyle/>
          <a:p>
            <a:fld id="{2A18D32F-87C4-4BE0-BFE9-564550431B5C}" type="datetime1">
              <a:rPr lang="en-US" smtClean="0"/>
              <a:t>2/2/2026</a:t>
            </a:fld>
            <a:endParaRPr lang="en-US"/>
          </a:p>
        </p:txBody>
      </p:sp>
      <p:sp>
        <p:nvSpPr>
          <p:cNvPr id="4" name="Footer Placeholder 3">
            <a:extLst>
              <a:ext uri="{FF2B5EF4-FFF2-40B4-BE49-F238E27FC236}">
                <a16:creationId xmlns:a16="http://schemas.microsoft.com/office/drawing/2014/main" id="{68733B08-9628-A737-77DF-00CB1AB3973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7F6553F-1FF0-FA95-5D38-E0E5D85BBAF1}"/>
              </a:ext>
            </a:extLst>
          </p:cNvPr>
          <p:cNvSpPr>
            <a:spLocks noGrp="1"/>
          </p:cNvSpPr>
          <p:nvPr>
            <p:ph type="sldNum" sz="quarter" idx="12"/>
          </p:nvPr>
        </p:nvSpPr>
        <p:spPr/>
        <p:txBody>
          <a:bodyPr/>
          <a:lstStyle/>
          <a:p>
            <a:fld id="{5632AF9C-16F3-42A0-B9C1-C9AB0793823B}" type="slidenum">
              <a:rPr lang="en-US" smtClean="0"/>
              <a:t>‹#›</a:t>
            </a:fld>
            <a:endParaRPr lang="en-US"/>
          </a:p>
        </p:txBody>
      </p:sp>
    </p:spTree>
    <p:extLst>
      <p:ext uri="{BB962C8B-B14F-4D97-AF65-F5344CB8AC3E}">
        <p14:creationId xmlns:p14="http://schemas.microsoft.com/office/powerpoint/2010/main" val="27700943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D6B062-3429-E6B4-F119-D1B80F76E06F}"/>
              </a:ext>
            </a:extLst>
          </p:cNvPr>
          <p:cNvSpPr>
            <a:spLocks noGrp="1"/>
          </p:cNvSpPr>
          <p:nvPr>
            <p:ph type="dt" sz="half" idx="10"/>
          </p:nvPr>
        </p:nvSpPr>
        <p:spPr/>
        <p:txBody>
          <a:bodyPr/>
          <a:lstStyle/>
          <a:p>
            <a:fld id="{08FFC130-00E2-4BE1-843A-C98B1FEDB90F}" type="datetime1">
              <a:rPr lang="en-US" smtClean="0"/>
              <a:t>2/2/2026</a:t>
            </a:fld>
            <a:endParaRPr lang="en-US"/>
          </a:p>
        </p:txBody>
      </p:sp>
      <p:sp>
        <p:nvSpPr>
          <p:cNvPr id="3" name="Footer Placeholder 2">
            <a:extLst>
              <a:ext uri="{FF2B5EF4-FFF2-40B4-BE49-F238E27FC236}">
                <a16:creationId xmlns:a16="http://schemas.microsoft.com/office/drawing/2014/main" id="{8D05F30A-1998-8C84-717E-0F098DAD0B7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F61F8B3-4D2A-5495-56E4-8724FB3CFA50}"/>
              </a:ext>
            </a:extLst>
          </p:cNvPr>
          <p:cNvSpPr>
            <a:spLocks noGrp="1"/>
          </p:cNvSpPr>
          <p:nvPr>
            <p:ph type="sldNum" sz="quarter" idx="12"/>
          </p:nvPr>
        </p:nvSpPr>
        <p:spPr/>
        <p:txBody>
          <a:bodyPr/>
          <a:lstStyle/>
          <a:p>
            <a:fld id="{5632AF9C-16F3-42A0-B9C1-C9AB0793823B}" type="slidenum">
              <a:rPr lang="en-US" smtClean="0"/>
              <a:t>‹#›</a:t>
            </a:fld>
            <a:endParaRPr lang="en-US"/>
          </a:p>
        </p:txBody>
      </p:sp>
    </p:spTree>
    <p:extLst>
      <p:ext uri="{BB962C8B-B14F-4D97-AF65-F5344CB8AC3E}">
        <p14:creationId xmlns:p14="http://schemas.microsoft.com/office/powerpoint/2010/main" val="33407158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69E35-2A77-1AEF-F793-180E802753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DAE6681-5813-C3C8-49E1-4517CEF684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1BF7B21-3EEB-A542-9D98-49F8B5B937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E693B3-90C5-244D-33A2-A22FA6BEC82C}"/>
              </a:ext>
            </a:extLst>
          </p:cNvPr>
          <p:cNvSpPr>
            <a:spLocks noGrp="1"/>
          </p:cNvSpPr>
          <p:nvPr>
            <p:ph type="dt" sz="half" idx="10"/>
          </p:nvPr>
        </p:nvSpPr>
        <p:spPr/>
        <p:txBody>
          <a:bodyPr/>
          <a:lstStyle/>
          <a:p>
            <a:fld id="{FBE73609-C0CB-46CA-B957-6663C3939BD3}" type="datetime1">
              <a:rPr lang="en-US" smtClean="0"/>
              <a:t>2/2/2026</a:t>
            </a:fld>
            <a:endParaRPr lang="en-US"/>
          </a:p>
        </p:txBody>
      </p:sp>
      <p:sp>
        <p:nvSpPr>
          <p:cNvPr id="6" name="Footer Placeholder 5">
            <a:extLst>
              <a:ext uri="{FF2B5EF4-FFF2-40B4-BE49-F238E27FC236}">
                <a16:creationId xmlns:a16="http://schemas.microsoft.com/office/drawing/2014/main" id="{17BEB8B0-5CA1-BEA2-7326-4088F56D48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7DB5B9-2B18-D6E9-C7BE-D2D3059F3D59}"/>
              </a:ext>
            </a:extLst>
          </p:cNvPr>
          <p:cNvSpPr>
            <a:spLocks noGrp="1"/>
          </p:cNvSpPr>
          <p:nvPr>
            <p:ph type="sldNum" sz="quarter" idx="12"/>
          </p:nvPr>
        </p:nvSpPr>
        <p:spPr/>
        <p:txBody>
          <a:bodyPr/>
          <a:lstStyle/>
          <a:p>
            <a:fld id="{5632AF9C-16F3-42A0-B9C1-C9AB0793823B}" type="slidenum">
              <a:rPr lang="en-US" smtClean="0"/>
              <a:t>‹#›</a:t>
            </a:fld>
            <a:endParaRPr lang="en-US"/>
          </a:p>
        </p:txBody>
      </p:sp>
    </p:spTree>
    <p:extLst>
      <p:ext uri="{BB962C8B-B14F-4D97-AF65-F5344CB8AC3E}">
        <p14:creationId xmlns:p14="http://schemas.microsoft.com/office/powerpoint/2010/main" val="41023749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56E22-6933-FC4A-6F8E-26DF41CC85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AB92BCE-980B-4386-707D-6E7EF3CFF5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09374BC-4E11-9C22-107E-0AD738AF69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3AEB88-A4F6-04F8-AFBE-B43567C38FA9}"/>
              </a:ext>
            </a:extLst>
          </p:cNvPr>
          <p:cNvSpPr>
            <a:spLocks noGrp="1"/>
          </p:cNvSpPr>
          <p:nvPr>
            <p:ph type="dt" sz="half" idx="10"/>
          </p:nvPr>
        </p:nvSpPr>
        <p:spPr/>
        <p:txBody>
          <a:bodyPr/>
          <a:lstStyle/>
          <a:p>
            <a:fld id="{2CBB3B95-B1A9-41E3-A3C6-7884D71E9F07}" type="datetime1">
              <a:rPr lang="en-US" smtClean="0"/>
              <a:t>2/2/2026</a:t>
            </a:fld>
            <a:endParaRPr lang="en-US"/>
          </a:p>
        </p:txBody>
      </p:sp>
      <p:sp>
        <p:nvSpPr>
          <p:cNvPr id="6" name="Footer Placeholder 5">
            <a:extLst>
              <a:ext uri="{FF2B5EF4-FFF2-40B4-BE49-F238E27FC236}">
                <a16:creationId xmlns:a16="http://schemas.microsoft.com/office/drawing/2014/main" id="{14415681-4818-3348-9158-78A269AB35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722CD4-7E79-A520-CFB9-791BA03E5EA6}"/>
              </a:ext>
            </a:extLst>
          </p:cNvPr>
          <p:cNvSpPr>
            <a:spLocks noGrp="1"/>
          </p:cNvSpPr>
          <p:nvPr>
            <p:ph type="sldNum" sz="quarter" idx="12"/>
          </p:nvPr>
        </p:nvSpPr>
        <p:spPr/>
        <p:txBody>
          <a:bodyPr/>
          <a:lstStyle/>
          <a:p>
            <a:fld id="{5632AF9C-16F3-42A0-B9C1-C9AB0793823B}" type="slidenum">
              <a:rPr lang="en-US" smtClean="0"/>
              <a:t>‹#›</a:t>
            </a:fld>
            <a:endParaRPr lang="en-US"/>
          </a:p>
        </p:txBody>
      </p:sp>
    </p:spTree>
    <p:extLst>
      <p:ext uri="{BB962C8B-B14F-4D97-AF65-F5344CB8AC3E}">
        <p14:creationId xmlns:p14="http://schemas.microsoft.com/office/powerpoint/2010/main" val="33093344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6E125-94BD-D9F2-C5C4-53C7C9BA132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A4BC132-FEDD-80FA-025F-335C90CBC6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D8A29E-B768-4B99-572F-B5B85B68B41B}"/>
              </a:ext>
            </a:extLst>
          </p:cNvPr>
          <p:cNvSpPr>
            <a:spLocks noGrp="1"/>
          </p:cNvSpPr>
          <p:nvPr>
            <p:ph type="dt" sz="half" idx="10"/>
          </p:nvPr>
        </p:nvSpPr>
        <p:spPr/>
        <p:txBody>
          <a:bodyPr/>
          <a:lstStyle/>
          <a:p>
            <a:fld id="{A179FBB2-F99F-4424-81B5-F85FE718B304}" type="datetime1">
              <a:rPr lang="en-US" smtClean="0"/>
              <a:t>2/2/2026</a:t>
            </a:fld>
            <a:endParaRPr lang="en-US"/>
          </a:p>
        </p:txBody>
      </p:sp>
      <p:sp>
        <p:nvSpPr>
          <p:cNvPr id="5" name="Footer Placeholder 4">
            <a:extLst>
              <a:ext uri="{FF2B5EF4-FFF2-40B4-BE49-F238E27FC236}">
                <a16:creationId xmlns:a16="http://schemas.microsoft.com/office/drawing/2014/main" id="{7E72351E-06B2-428D-32E4-42F0AF13BC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CE18D6-FCD7-AE89-F4F6-4639634E604A}"/>
              </a:ext>
            </a:extLst>
          </p:cNvPr>
          <p:cNvSpPr>
            <a:spLocks noGrp="1"/>
          </p:cNvSpPr>
          <p:nvPr>
            <p:ph type="sldNum" sz="quarter" idx="12"/>
          </p:nvPr>
        </p:nvSpPr>
        <p:spPr/>
        <p:txBody>
          <a:bodyPr/>
          <a:lstStyle/>
          <a:p>
            <a:fld id="{5632AF9C-16F3-42A0-B9C1-C9AB0793823B}" type="slidenum">
              <a:rPr lang="en-US" smtClean="0"/>
              <a:t>‹#›</a:t>
            </a:fld>
            <a:endParaRPr lang="en-US"/>
          </a:p>
        </p:txBody>
      </p:sp>
    </p:spTree>
    <p:extLst>
      <p:ext uri="{BB962C8B-B14F-4D97-AF65-F5344CB8AC3E}">
        <p14:creationId xmlns:p14="http://schemas.microsoft.com/office/powerpoint/2010/main" val="7464591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C61D34-F450-E01A-A6E0-95B4FCCF0F2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B1CC70C-15B8-7A71-73DF-D261FB093F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601BD0-D381-3A8D-6561-EA358DC9BDB7}"/>
              </a:ext>
            </a:extLst>
          </p:cNvPr>
          <p:cNvSpPr>
            <a:spLocks noGrp="1"/>
          </p:cNvSpPr>
          <p:nvPr>
            <p:ph type="dt" sz="half" idx="10"/>
          </p:nvPr>
        </p:nvSpPr>
        <p:spPr/>
        <p:txBody>
          <a:bodyPr/>
          <a:lstStyle/>
          <a:p>
            <a:fld id="{878A2E8E-6069-4296-B0CE-DF5D6E2145B7}" type="datetime1">
              <a:rPr lang="en-US" smtClean="0"/>
              <a:t>2/2/2026</a:t>
            </a:fld>
            <a:endParaRPr lang="en-US"/>
          </a:p>
        </p:txBody>
      </p:sp>
      <p:sp>
        <p:nvSpPr>
          <p:cNvPr id="5" name="Footer Placeholder 4">
            <a:extLst>
              <a:ext uri="{FF2B5EF4-FFF2-40B4-BE49-F238E27FC236}">
                <a16:creationId xmlns:a16="http://schemas.microsoft.com/office/drawing/2014/main" id="{6C0A89DB-F2A7-29C6-EBD9-B3BAC842AB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77A217-7B38-1348-02E9-FD527B14D1A6}"/>
              </a:ext>
            </a:extLst>
          </p:cNvPr>
          <p:cNvSpPr>
            <a:spLocks noGrp="1"/>
          </p:cNvSpPr>
          <p:nvPr>
            <p:ph type="sldNum" sz="quarter" idx="12"/>
          </p:nvPr>
        </p:nvSpPr>
        <p:spPr/>
        <p:txBody>
          <a:bodyPr/>
          <a:lstStyle/>
          <a:p>
            <a:fld id="{5632AF9C-16F3-42A0-B9C1-C9AB0793823B}" type="slidenum">
              <a:rPr lang="en-US" smtClean="0"/>
              <a:t>‹#›</a:t>
            </a:fld>
            <a:endParaRPr lang="en-US"/>
          </a:p>
        </p:txBody>
      </p:sp>
    </p:spTree>
    <p:extLst>
      <p:ext uri="{BB962C8B-B14F-4D97-AF65-F5344CB8AC3E}">
        <p14:creationId xmlns:p14="http://schemas.microsoft.com/office/powerpoint/2010/main" val="28579145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9" name="Group 8"/>
          <p:cNvGrpSpPr/>
          <p:nvPr/>
        </p:nvGrpSpPr>
        <p:grpSpPr>
          <a:xfrm>
            <a:off x="1669293" y="1186483"/>
            <a:ext cx="8848345" cy="4477933"/>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F8E054A5-B176-4449-A52E-E470BE9DC8D8}" type="datetime1">
              <a:rPr lang="en-US" smtClean="0"/>
              <a:t>2/2/2026</a:t>
            </a:fld>
            <a:endParaRPr lang="en-US"/>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5632AF9C-16F3-42A0-B9C1-C9AB0793823B}" type="slidenum">
              <a:rPr lang="en-US" smtClean="0"/>
              <a:t>‹#›</a:t>
            </a:fld>
            <a:endParaRPr lang="en-US"/>
          </a:p>
        </p:txBody>
      </p:sp>
    </p:spTree>
    <p:extLst>
      <p:ext uri="{BB962C8B-B14F-4D97-AF65-F5344CB8AC3E}">
        <p14:creationId xmlns:p14="http://schemas.microsoft.com/office/powerpoint/2010/main" val="30663526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7" name="Group 26"/>
          <p:cNvGrpSpPr/>
          <p:nvPr/>
        </p:nvGrpSpPr>
        <p:grpSpPr>
          <a:xfrm>
            <a:off x="800144" y="1699589"/>
            <a:ext cx="3674476" cy="3470421"/>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2" name="Title 1"/>
          <p:cNvSpPr>
            <a:spLocks noGrp="1"/>
          </p:cNvSpPr>
          <p:nvPr>
            <p:ph type="title"/>
          </p:nvPr>
        </p:nvSpPr>
        <p:spPr>
          <a:xfrm>
            <a:off x="888631" y="2349925"/>
            <a:ext cx="3498979" cy="2456442"/>
          </a:xfrm>
        </p:spPr>
        <p:txBody>
          <a:bodyPr/>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18447" y="803186"/>
            <a:ext cx="6281873" cy="524862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93458A-74A8-4C32-8A35-7CAE7D8560BA}" type="datetime1">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32AF9C-16F3-42A0-B9C1-C9AB0793823B}" type="slidenum">
              <a:rPr lang="en-US" smtClean="0"/>
              <a:t>‹#›</a:t>
            </a:fld>
            <a:endParaRPr lang="en-US"/>
          </a:p>
        </p:txBody>
      </p:sp>
    </p:spTree>
    <p:extLst>
      <p:ext uri="{BB962C8B-B14F-4D97-AF65-F5344CB8AC3E}">
        <p14:creationId xmlns:p14="http://schemas.microsoft.com/office/powerpoint/2010/main" val="9632033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04672" y="320040"/>
            <a:ext cx="3657600" cy="320040"/>
          </a:xfrm>
        </p:spPr>
        <p:txBody>
          <a:bodyPr/>
          <a:lstStyle/>
          <a:p>
            <a:fld id="{CAFACF3C-DBA4-4B2B-9F8E-122E7A827DB2}" type="datetime1">
              <a:rPr lang="en-US" smtClean="0"/>
              <a:t>2/2/2026</a:t>
            </a:fld>
            <a:endParaRPr lang="en-US"/>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5632AF9C-16F3-42A0-B9C1-C9AB0793823B}" type="slidenum">
              <a:rPr lang="en-US" smtClean="0"/>
              <a:t>‹#›</a:t>
            </a:fld>
            <a:endParaRPr lang="en-US"/>
          </a:p>
        </p:txBody>
      </p:sp>
    </p:spTree>
    <p:extLst>
      <p:ext uri="{BB962C8B-B14F-4D97-AF65-F5344CB8AC3E}">
        <p14:creationId xmlns:p14="http://schemas.microsoft.com/office/powerpoint/2010/main" val="40218265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sz="half" idx="1"/>
          </p:nvPr>
        </p:nvSpPr>
        <p:spPr>
          <a:xfrm>
            <a:off x="5120878" y="803187"/>
            <a:ext cx="6269591" cy="23826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18447" y="3672162"/>
            <a:ext cx="6272022" cy="23835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804672" y="320040"/>
            <a:ext cx="3657600" cy="320040"/>
          </a:xfrm>
        </p:spPr>
        <p:txBody>
          <a:bodyPr/>
          <a:lstStyle/>
          <a:p>
            <a:fld id="{695B2438-5146-49DF-ACC3-4628308F0D88}" type="datetime1">
              <a:rPr lang="en-US" smtClean="0"/>
              <a:t>2/2/2026</a:t>
            </a:fld>
            <a:endParaRPr lang="en-US"/>
          </a:p>
        </p:txBody>
      </p:sp>
      <p:sp>
        <p:nvSpPr>
          <p:cNvPr id="6" name="Footer Placeholder 5"/>
          <p:cNvSpPr>
            <a:spLocks noGrp="1"/>
          </p:cNvSpPr>
          <p:nvPr>
            <p:ph type="ftr" sz="quarter" idx="11"/>
          </p:nvPr>
        </p:nvSpPr>
        <p:spPr>
          <a:xfrm>
            <a:off x="804672" y="6227064"/>
            <a:ext cx="10588752" cy="320040"/>
          </a:xfrm>
        </p:spPr>
        <p:txBody>
          <a:bodyPr/>
          <a:lstStyle/>
          <a:p>
            <a:endParaRPr lang="en-US"/>
          </a:p>
        </p:txBody>
      </p:sp>
      <p:sp>
        <p:nvSpPr>
          <p:cNvPr id="7" name="Slide Number Placeholder 6"/>
          <p:cNvSpPr>
            <a:spLocks noGrp="1"/>
          </p:cNvSpPr>
          <p:nvPr>
            <p:ph type="sldNum" sz="quarter" idx="12"/>
          </p:nvPr>
        </p:nvSpPr>
        <p:spPr>
          <a:xfrm>
            <a:off x="10469880" y="320040"/>
            <a:ext cx="914400" cy="320040"/>
          </a:xfrm>
        </p:spPr>
        <p:txBody>
          <a:bodyPr/>
          <a:lstStyle/>
          <a:p>
            <a:fld id="{5632AF9C-16F3-42A0-B9C1-C9AB0793823B}" type="slidenum">
              <a:rPr lang="en-US" smtClean="0"/>
              <a:t>‹#›</a:t>
            </a:fld>
            <a:endParaRPr lang="en-US"/>
          </a:p>
        </p:txBody>
      </p:sp>
    </p:spTree>
    <p:extLst>
      <p:ext uri="{BB962C8B-B14F-4D97-AF65-F5344CB8AC3E}">
        <p14:creationId xmlns:p14="http://schemas.microsoft.com/office/powerpoint/2010/main" val="42554132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125305" y="1488985"/>
            <a:ext cx="6264350" cy="16968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18447" y="4351687"/>
            <a:ext cx="6265588" cy="17040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804672" y="320040"/>
            <a:ext cx="3657600" cy="320040"/>
          </a:xfrm>
        </p:spPr>
        <p:txBody>
          <a:bodyPr/>
          <a:lstStyle/>
          <a:p>
            <a:fld id="{DD752094-EE6B-46D4-801A-F04B3142049A}" type="datetime1">
              <a:rPr lang="en-US" smtClean="0"/>
              <a:t>2/2/2026</a:t>
            </a:fld>
            <a:endParaRPr lang="en-US"/>
          </a:p>
        </p:txBody>
      </p:sp>
      <p:sp>
        <p:nvSpPr>
          <p:cNvPr id="8" name="Footer Placeholder 7"/>
          <p:cNvSpPr>
            <a:spLocks noGrp="1"/>
          </p:cNvSpPr>
          <p:nvPr>
            <p:ph type="ftr" sz="quarter" idx="11"/>
          </p:nvPr>
        </p:nvSpPr>
        <p:spPr>
          <a:xfrm>
            <a:off x="804672" y="6227064"/>
            <a:ext cx="10588752" cy="320040"/>
          </a:xfrm>
        </p:spPr>
        <p:txBody>
          <a:bodyPr/>
          <a:lstStyle/>
          <a:p>
            <a:endParaRPr lang="en-US"/>
          </a:p>
        </p:txBody>
      </p:sp>
      <p:sp>
        <p:nvSpPr>
          <p:cNvPr id="9" name="Slide Number Placeholder 8"/>
          <p:cNvSpPr>
            <a:spLocks noGrp="1"/>
          </p:cNvSpPr>
          <p:nvPr>
            <p:ph type="sldNum" sz="quarter" idx="12"/>
          </p:nvPr>
        </p:nvSpPr>
        <p:spPr>
          <a:xfrm>
            <a:off x="10469880" y="320040"/>
            <a:ext cx="914400" cy="320040"/>
          </a:xfrm>
        </p:spPr>
        <p:txBody>
          <a:bodyPr/>
          <a:lstStyle/>
          <a:p>
            <a:fld id="{5632AF9C-16F3-42A0-B9C1-C9AB0793823B}" type="slidenum">
              <a:rPr lang="en-US" smtClean="0"/>
              <a:t>‹#›</a:t>
            </a:fld>
            <a:endParaRPr lang="en-US"/>
          </a:p>
        </p:txBody>
      </p:sp>
    </p:spTree>
    <p:extLst>
      <p:ext uri="{BB962C8B-B14F-4D97-AF65-F5344CB8AC3E}">
        <p14:creationId xmlns:p14="http://schemas.microsoft.com/office/powerpoint/2010/main" val="7149121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FD8ABE0-0921-43F0-9AC5-6BC3CDDA797C}" type="datetime1">
              <a:rPr lang="en-US" smtClean="0"/>
              <a:t>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632AF9C-16F3-42A0-B9C1-C9AB0793823B}" type="slidenum">
              <a:rPr lang="en-US" smtClean="0"/>
              <a:t>‹#›</a:t>
            </a:fld>
            <a:endParaRPr lang="en-US"/>
          </a:p>
        </p:txBody>
      </p:sp>
    </p:spTree>
    <p:extLst>
      <p:ext uri="{BB962C8B-B14F-4D97-AF65-F5344CB8AC3E}">
        <p14:creationId xmlns:p14="http://schemas.microsoft.com/office/powerpoint/2010/main" val="16543635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75443179-1B49-4E97-841B-36D3D27A1A1C}" type="datetime1">
              <a:rPr lang="en-US" smtClean="0"/>
              <a:t>2/2/2026</a:t>
            </a:fld>
            <a:endParaRPr lang="en-US"/>
          </a:p>
        </p:txBody>
      </p:sp>
      <p:sp>
        <p:nvSpPr>
          <p:cNvPr id="3" name="Footer Placeholder 2"/>
          <p:cNvSpPr>
            <a:spLocks noGrp="1"/>
          </p:cNvSpPr>
          <p:nvPr>
            <p:ph type="ftr" sz="quarter" idx="11"/>
          </p:nvPr>
        </p:nvSpPr>
        <p:spPr>
          <a:xfrm>
            <a:off x="804672" y="6227064"/>
            <a:ext cx="10588752" cy="320040"/>
          </a:xfrm>
        </p:spPr>
        <p:txBody>
          <a:bodyPr/>
          <a:lstStyle/>
          <a:p>
            <a:endParaRPr lang="en-US"/>
          </a:p>
        </p:txBody>
      </p:sp>
      <p:sp>
        <p:nvSpPr>
          <p:cNvPr id="4" name="Slide Number Placeholder 3"/>
          <p:cNvSpPr>
            <a:spLocks noGrp="1"/>
          </p:cNvSpPr>
          <p:nvPr>
            <p:ph type="sldNum" sz="quarter" idx="12"/>
          </p:nvPr>
        </p:nvSpPr>
        <p:spPr>
          <a:xfrm>
            <a:off x="10469880" y="320040"/>
            <a:ext cx="914400" cy="320040"/>
          </a:xfrm>
        </p:spPr>
        <p:txBody>
          <a:bodyPr/>
          <a:lstStyle/>
          <a:p>
            <a:fld id="{5632AF9C-16F3-42A0-B9C1-C9AB0793823B}" type="slidenum">
              <a:rPr lang="en-US" smtClean="0"/>
              <a:t>‹#›</a:t>
            </a:fld>
            <a:endParaRPr lang="en-US"/>
          </a:p>
        </p:txBody>
      </p:sp>
    </p:spTree>
    <p:extLst>
      <p:ext uri="{BB962C8B-B14F-4D97-AF65-F5344CB8AC3E}">
        <p14:creationId xmlns:p14="http://schemas.microsoft.com/office/powerpoint/2010/main" val="27246565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09983" y="802809"/>
            <a:ext cx="6275035" cy="524994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CB7DCCC-B49A-46CC-82B6-5B14ED21D666}" type="datetime1">
              <a:rPr lang="en-US" smtClean="0"/>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632AF9C-16F3-42A0-B9C1-C9AB0793823B}" type="slidenum">
              <a:rPr lang="en-US" smtClean="0"/>
              <a:t>‹#›</a:t>
            </a:fld>
            <a:endParaRPr lang="en-US"/>
          </a:p>
        </p:txBody>
      </p:sp>
    </p:spTree>
    <p:extLst>
      <p:ext uri="{BB962C8B-B14F-4D97-AF65-F5344CB8AC3E}">
        <p14:creationId xmlns:p14="http://schemas.microsoft.com/office/powerpoint/2010/main" val="9754116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04672" y="320040"/>
            <a:ext cx="3657600" cy="320040"/>
          </a:xfrm>
        </p:spPr>
        <p:txBody>
          <a:bodyPr/>
          <a:lstStyle/>
          <a:p>
            <a:fld id="{C5C0F762-B74F-4E0B-85DF-44D7454E4B76}" type="datetime1">
              <a:rPr lang="en-US" smtClean="0"/>
              <a:t>2/2/2026</a:t>
            </a:fld>
            <a:endParaRPr lang="en-US"/>
          </a:p>
        </p:txBody>
      </p:sp>
      <p:sp>
        <p:nvSpPr>
          <p:cNvPr id="6" name="Footer Placeholder 5"/>
          <p:cNvSpPr>
            <a:spLocks noGrp="1"/>
          </p:cNvSpPr>
          <p:nvPr>
            <p:ph type="ftr" sz="quarter" idx="11"/>
          </p:nvPr>
        </p:nvSpPr>
        <p:spPr>
          <a:xfrm>
            <a:off x="804672" y="6227064"/>
            <a:ext cx="5942203" cy="320040"/>
          </a:xfrm>
        </p:spPr>
        <p:txBody>
          <a:bodyPr/>
          <a:lstStyle/>
          <a:p>
            <a:endParaRPr lang="en-US"/>
          </a:p>
        </p:txBody>
      </p:sp>
      <p:sp>
        <p:nvSpPr>
          <p:cNvPr id="7" name="Slide Number Placeholder 6"/>
          <p:cNvSpPr>
            <a:spLocks noGrp="1"/>
          </p:cNvSpPr>
          <p:nvPr>
            <p:ph type="sldNum" sz="quarter" idx="12"/>
          </p:nvPr>
        </p:nvSpPr>
        <p:spPr>
          <a:xfrm>
            <a:off x="5828377" y="320040"/>
            <a:ext cx="914400" cy="320040"/>
          </a:xfrm>
        </p:spPr>
        <p:txBody>
          <a:bodyPr/>
          <a:lstStyle/>
          <a:p>
            <a:fld id="{5632AF9C-16F3-42A0-B9C1-C9AB0793823B}" type="slidenum">
              <a:rPr lang="en-US" smtClean="0"/>
              <a:t>‹#›</a:t>
            </a:fld>
            <a:endParaRPr lang="en-US"/>
          </a:p>
        </p:txBody>
      </p:sp>
    </p:spTree>
    <p:extLst>
      <p:ext uri="{BB962C8B-B14F-4D97-AF65-F5344CB8AC3E}">
        <p14:creationId xmlns:p14="http://schemas.microsoft.com/office/powerpoint/2010/main" val="262075682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0E472E8-BF31-4C97-BE4B-847109BA0025}" type="datetime1">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32AF9C-16F3-42A0-B9C1-C9AB0793823B}" type="slidenum">
              <a:rPr lang="en-US" smtClean="0"/>
              <a:t>‹#›</a:t>
            </a:fld>
            <a:endParaRPr lang="en-US"/>
          </a:p>
        </p:txBody>
      </p:sp>
    </p:spTree>
    <p:extLst>
      <p:ext uri="{BB962C8B-B14F-4D97-AF65-F5344CB8AC3E}">
        <p14:creationId xmlns:p14="http://schemas.microsoft.com/office/powerpoint/2010/main" val="26700886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04672" y="320040"/>
            <a:ext cx="3657600" cy="320040"/>
          </a:xfrm>
        </p:spPr>
        <p:txBody>
          <a:bodyPr/>
          <a:lstStyle/>
          <a:p>
            <a:fld id="{F422DE7B-CBF7-445A-BCD9-98EE7605BD59}" type="datetime1">
              <a:rPr lang="en-US" smtClean="0"/>
              <a:t>2/2/2026</a:t>
            </a:fld>
            <a:endParaRPr lang="en-US"/>
          </a:p>
        </p:txBody>
      </p:sp>
      <p:sp>
        <p:nvSpPr>
          <p:cNvPr id="5" name="Footer Placeholder 4"/>
          <p:cNvSpPr>
            <a:spLocks noGrp="1"/>
          </p:cNvSpPr>
          <p:nvPr>
            <p:ph type="ftr" sz="quarter" idx="11"/>
          </p:nvPr>
        </p:nvSpPr>
        <p:spPr>
          <a:xfrm>
            <a:off x="804672" y="6227064"/>
            <a:ext cx="10588752" cy="320040"/>
          </a:xfrm>
        </p:spPr>
        <p:txBody>
          <a:body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5632AF9C-16F3-42A0-B9C1-C9AB0793823B}" type="slidenum">
              <a:rPr lang="en-US" smtClean="0"/>
              <a:t>‹#›</a:t>
            </a:fld>
            <a:endParaRPr lang="en-US"/>
          </a:p>
        </p:txBody>
      </p:sp>
    </p:spTree>
    <p:extLst>
      <p:ext uri="{BB962C8B-B14F-4D97-AF65-F5344CB8AC3E}">
        <p14:creationId xmlns:p14="http://schemas.microsoft.com/office/powerpoint/2010/main" val="34857149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9A39F4-B0F4-249D-F69B-1DBA6F3FA1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1C51F1D-DB19-8D6A-66F0-B8DB3DC37A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AC9E79-9E4A-C2B3-6EB5-5DCE7CA2934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DF68944-0A76-4669-A3A7-CCF7AA61CD7E}" type="datetime1">
              <a:rPr lang="en-US" smtClean="0"/>
              <a:t>2/2/2026</a:t>
            </a:fld>
            <a:endParaRPr lang="en-US"/>
          </a:p>
        </p:txBody>
      </p:sp>
      <p:sp>
        <p:nvSpPr>
          <p:cNvPr id="5" name="Footer Placeholder 4">
            <a:extLst>
              <a:ext uri="{FF2B5EF4-FFF2-40B4-BE49-F238E27FC236}">
                <a16:creationId xmlns:a16="http://schemas.microsoft.com/office/drawing/2014/main" id="{2D00D6B2-977A-7D65-3DEC-1ED219EDA2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91EDBAF-5BB2-391A-7488-B5FCB691B9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632AF9C-16F3-42A0-B9C1-C9AB0793823B}" type="slidenum">
              <a:rPr lang="en-US" smtClean="0"/>
              <a:t>‹#›</a:t>
            </a:fld>
            <a:endParaRPr lang="en-US"/>
          </a:p>
        </p:txBody>
      </p:sp>
    </p:spTree>
    <p:extLst>
      <p:ext uri="{BB962C8B-B14F-4D97-AF65-F5344CB8AC3E}">
        <p14:creationId xmlns:p14="http://schemas.microsoft.com/office/powerpoint/2010/main" val="38070989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A305F925-CCAC-4008-B769-5A72087D104F}" type="datetime1">
              <a:rPr lang="en-US" smtClean="0"/>
              <a:t>2/2/2026</a:t>
            </a:fld>
            <a:endParaRPr lang="en-US"/>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5632AF9C-16F3-42A0-B9C1-C9AB0793823B}" type="slidenum">
              <a:rPr lang="en-US" smtClean="0"/>
              <a:t>‹#›</a:t>
            </a:fld>
            <a:endParaRPr lang="en-US"/>
          </a:p>
        </p:txBody>
      </p:sp>
    </p:spTree>
    <p:extLst>
      <p:ext uri="{BB962C8B-B14F-4D97-AF65-F5344CB8AC3E}">
        <p14:creationId xmlns:p14="http://schemas.microsoft.com/office/powerpoint/2010/main" val="1918244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hyperlink" Target="https://learn.adafruit.com/drone-claw/overview" TargetMode="External"/><Relationship Id="rId2" Type="http://schemas.openxmlformats.org/officeDocument/2006/relationships/hyperlink" Target="https://cokoino.com/products/robot-claw-with-metal-servo-for-arduino-raspberry-pi-microbit-diy" TargetMode="External"/><Relationship Id="rId1" Type="http://schemas.openxmlformats.org/officeDocument/2006/relationships/slideLayout" Target="../slideLayouts/slideLayout13.xml"/><Relationship Id="rId4" Type="http://schemas.openxmlformats.org/officeDocument/2006/relationships/hyperlink" Target="https://www.aliexpress.us/item/3256808139902221.html?src=google&amp;pdp_npi=4%40dis%21USD%2169.50%2163.93%21%21%21%21%21%40%2112000044612948606%21ppc%21%21%21&amp;gatewayAdapt=glo2usa#nav-descrip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D0D6D3E-D7F9-4591-9CA9-DDF4DB1F73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889D4B5-D89D-9FAD-D931-ACAD2497FDDA}"/>
              </a:ext>
            </a:extLst>
          </p:cNvPr>
          <p:cNvSpPr>
            <a:spLocks noGrp="1"/>
          </p:cNvSpPr>
          <p:nvPr>
            <p:ph type="ctrTitle"/>
          </p:nvPr>
        </p:nvSpPr>
        <p:spPr>
          <a:xfrm>
            <a:off x="982639" y="1012536"/>
            <a:ext cx="4613300" cy="3163224"/>
          </a:xfrm>
        </p:spPr>
        <p:txBody>
          <a:bodyPr anchor="t">
            <a:normAutofit fontScale="90000"/>
          </a:bodyPr>
          <a:lstStyle/>
          <a:p>
            <a:r>
              <a:rPr lang="en-US" sz="4800" dirty="0"/>
              <a:t>CSUN</a:t>
            </a:r>
            <a:br>
              <a:rPr lang="en-US" sz="4800" dirty="0"/>
            </a:br>
            <a:r>
              <a:rPr lang="en-US" sz="4800" dirty="0"/>
              <a:t>ECE UAV</a:t>
            </a:r>
            <a:br>
              <a:rPr lang="en-US" sz="4800" dirty="0"/>
            </a:br>
            <a:r>
              <a:rPr lang="en-US" sz="4800" dirty="0"/>
              <a:t>Project</a:t>
            </a:r>
            <a:br>
              <a:rPr lang="en-US" sz="4800" dirty="0"/>
            </a:br>
            <a:r>
              <a:rPr lang="en-US" sz="4800" dirty="0"/>
              <a:t>Top Three Claws </a:t>
            </a:r>
            <a:br>
              <a:rPr lang="en-US" sz="4800" dirty="0"/>
            </a:br>
            <a:r>
              <a:rPr lang="en-US" sz="4800" dirty="0"/>
              <a:t>01/30/26</a:t>
            </a:r>
          </a:p>
        </p:txBody>
      </p:sp>
      <p:sp>
        <p:nvSpPr>
          <p:cNvPr id="3" name="Subtitle 2">
            <a:extLst>
              <a:ext uri="{FF2B5EF4-FFF2-40B4-BE49-F238E27FC236}">
                <a16:creationId xmlns:a16="http://schemas.microsoft.com/office/drawing/2014/main" id="{F28D4312-354B-07A3-62CE-31DCCCA17AEE}"/>
              </a:ext>
            </a:extLst>
          </p:cNvPr>
          <p:cNvSpPr>
            <a:spLocks noGrp="1"/>
          </p:cNvSpPr>
          <p:nvPr>
            <p:ph type="subTitle" idx="1"/>
          </p:nvPr>
        </p:nvSpPr>
        <p:spPr>
          <a:xfrm>
            <a:off x="982638" y="4389120"/>
            <a:ext cx="4408228" cy="1192815"/>
          </a:xfrm>
        </p:spPr>
        <p:txBody>
          <a:bodyPr anchor="b">
            <a:normAutofit lnSpcReduction="10000"/>
          </a:bodyPr>
          <a:lstStyle/>
          <a:p>
            <a:pPr algn="l"/>
            <a:r>
              <a:rPr lang="en-US" sz="4400" dirty="0"/>
              <a:t>By: ECE UAV Team</a:t>
            </a:r>
          </a:p>
        </p:txBody>
      </p:sp>
      <p:sp>
        <p:nvSpPr>
          <p:cNvPr id="12" name="Rectangle 11">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23336" y="-3"/>
            <a:ext cx="4068664" cy="6858000"/>
          </a:xfrm>
          <a:prstGeom prst="rect">
            <a:avLst/>
          </a:prstGeom>
          <a:gradFill>
            <a:gsLst>
              <a:gs pos="26000">
                <a:srgbClr val="000000"/>
              </a:gs>
              <a:gs pos="100000">
                <a:schemeClr val="accent1"/>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23336" y="-3"/>
            <a:ext cx="3611463" cy="6858000"/>
          </a:xfrm>
          <a:prstGeom prst="rect">
            <a:avLst/>
          </a:prstGeom>
          <a:gradFill>
            <a:gsLst>
              <a:gs pos="0">
                <a:schemeClr val="accent1">
                  <a:lumMod val="75000"/>
                  <a:alpha val="56000"/>
                </a:schemeClr>
              </a:gs>
              <a:gs pos="100000">
                <a:srgbClr val="000000">
                  <a:alpha val="52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230721" y="-107390"/>
            <a:ext cx="3853890" cy="4068665"/>
          </a:xfrm>
          <a:prstGeom prst="rect">
            <a:avLst/>
          </a:prstGeom>
          <a:gradFill>
            <a:gsLst>
              <a:gs pos="0">
                <a:srgbClr val="000000">
                  <a:alpha val="34000"/>
                </a:srgbClr>
              </a:gs>
              <a:gs pos="96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a:extLst>
              <a:ext uri="{FF2B5EF4-FFF2-40B4-BE49-F238E27FC236}">
                <a16:creationId xmlns:a16="http://schemas.microsoft.com/office/drawing/2014/main" id="{49FE14F6-F5EA-5371-EFD3-AC474402D7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23111" y="1012536"/>
            <a:ext cx="4286250" cy="4286250"/>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a:extLst>
              <a:ext uri="{FF2B5EF4-FFF2-40B4-BE49-F238E27FC236}">
                <a16:creationId xmlns:a16="http://schemas.microsoft.com/office/drawing/2014/main" id="{089C8E1B-B5C5-0BE1-39CE-75D8DB4AC53D}"/>
              </a:ext>
            </a:extLst>
          </p:cNvPr>
          <p:cNvSpPr>
            <a:spLocks noGrp="1"/>
          </p:cNvSpPr>
          <p:nvPr>
            <p:ph type="sldNum" sz="quarter" idx="12"/>
          </p:nvPr>
        </p:nvSpPr>
        <p:spPr/>
        <p:txBody>
          <a:bodyPr/>
          <a:lstStyle/>
          <a:p>
            <a:fld id="{5632AF9C-16F3-42A0-B9C1-C9AB0793823B}" type="slidenum">
              <a:rPr lang="en-US" smtClean="0"/>
              <a:t>1</a:t>
            </a:fld>
            <a:endParaRPr lang="en-US" dirty="0"/>
          </a:p>
        </p:txBody>
      </p:sp>
    </p:spTree>
    <p:extLst>
      <p:ext uri="{BB962C8B-B14F-4D97-AF65-F5344CB8AC3E}">
        <p14:creationId xmlns:p14="http://schemas.microsoft.com/office/powerpoint/2010/main" val="87742475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ECD20-FFC3-832B-5E17-D5A1BFD6B88B}"/>
              </a:ext>
            </a:extLst>
          </p:cNvPr>
          <p:cNvSpPr>
            <a:spLocks noGrp="1"/>
          </p:cNvSpPr>
          <p:nvPr>
            <p:ph type="title"/>
          </p:nvPr>
        </p:nvSpPr>
        <p:spPr/>
        <p:txBody>
          <a:bodyPr/>
          <a:lstStyle/>
          <a:p>
            <a:r>
              <a:rPr lang="en-US" dirty="0"/>
              <a:t>Table of Contents:</a:t>
            </a:r>
          </a:p>
        </p:txBody>
      </p:sp>
      <p:sp>
        <p:nvSpPr>
          <p:cNvPr id="3" name="Content Placeholder 2">
            <a:extLst>
              <a:ext uri="{FF2B5EF4-FFF2-40B4-BE49-F238E27FC236}">
                <a16:creationId xmlns:a16="http://schemas.microsoft.com/office/drawing/2014/main" id="{088C7A51-3B84-A3EB-F146-9AFFF8D988BF}"/>
              </a:ext>
            </a:extLst>
          </p:cNvPr>
          <p:cNvSpPr>
            <a:spLocks noGrp="1"/>
          </p:cNvSpPr>
          <p:nvPr>
            <p:ph idx="1"/>
          </p:nvPr>
        </p:nvSpPr>
        <p:spPr/>
        <p:txBody>
          <a:bodyPr/>
          <a:lstStyle/>
          <a:p>
            <a:r>
              <a:rPr lang="en-US" dirty="0"/>
              <a:t>Design Requirements-(</a:t>
            </a:r>
            <a:r>
              <a:rPr lang="en-US" dirty="0">
                <a:solidFill>
                  <a:schemeClr val="accent1">
                    <a:lumMod val="75000"/>
                  </a:schemeClr>
                </a:solidFill>
                <a:highlight>
                  <a:srgbClr val="00FF00"/>
                </a:highlight>
              </a:rPr>
              <a:t>disclaimer based on the density of </a:t>
            </a:r>
            <a:r>
              <a:rPr lang="en-US">
                <a:solidFill>
                  <a:schemeClr val="accent1">
                    <a:lumMod val="75000"/>
                  </a:schemeClr>
                </a:solidFill>
                <a:highlight>
                  <a:srgbClr val="00FF00"/>
                </a:highlight>
              </a:rPr>
              <a:t>our payloads, </a:t>
            </a:r>
            <a:r>
              <a:rPr lang="en-US" dirty="0">
                <a:solidFill>
                  <a:schemeClr val="accent1">
                    <a:lumMod val="75000"/>
                  </a:schemeClr>
                </a:solidFill>
                <a:highlight>
                  <a:srgbClr val="00FF00"/>
                </a:highlight>
              </a:rPr>
              <a:t>we’d have to upscale these designs</a:t>
            </a:r>
            <a:r>
              <a:rPr lang="en-US" dirty="0"/>
              <a:t>)</a:t>
            </a:r>
          </a:p>
          <a:p>
            <a:r>
              <a:rPr lang="en-US" dirty="0"/>
              <a:t>Top Three Choices</a:t>
            </a:r>
          </a:p>
          <a:p>
            <a:r>
              <a:rPr lang="en-US" dirty="0"/>
              <a:t>Pros and Cons for each</a:t>
            </a:r>
          </a:p>
          <a:p>
            <a:r>
              <a:rPr lang="en-US" dirty="0"/>
              <a:t>Material list and Cost</a:t>
            </a:r>
          </a:p>
          <a:p>
            <a:r>
              <a:rPr lang="en-US" dirty="0"/>
              <a:t>Vote and Pick  </a:t>
            </a:r>
          </a:p>
        </p:txBody>
      </p:sp>
      <p:sp>
        <p:nvSpPr>
          <p:cNvPr id="4" name="Slide Number Placeholder 3">
            <a:extLst>
              <a:ext uri="{FF2B5EF4-FFF2-40B4-BE49-F238E27FC236}">
                <a16:creationId xmlns:a16="http://schemas.microsoft.com/office/drawing/2014/main" id="{BD5206F5-D01D-79B4-F5B8-34896A1FAFE1}"/>
              </a:ext>
            </a:extLst>
          </p:cNvPr>
          <p:cNvSpPr>
            <a:spLocks noGrp="1"/>
          </p:cNvSpPr>
          <p:nvPr>
            <p:ph type="sldNum" sz="quarter" idx="12"/>
          </p:nvPr>
        </p:nvSpPr>
        <p:spPr/>
        <p:txBody>
          <a:bodyPr/>
          <a:lstStyle/>
          <a:p>
            <a:fld id="{5632AF9C-16F3-42A0-B9C1-C9AB0793823B}" type="slidenum">
              <a:rPr lang="en-US" smtClean="0"/>
              <a:t>2</a:t>
            </a:fld>
            <a:endParaRPr lang="en-US"/>
          </a:p>
        </p:txBody>
      </p:sp>
    </p:spTree>
    <p:extLst>
      <p:ext uri="{BB962C8B-B14F-4D97-AF65-F5344CB8AC3E}">
        <p14:creationId xmlns:p14="http://schemas.microsoft.com/office/powerpoint/2010/main" val="29864674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F910B-A1A1-E2AA-541A-D340432840C3}"/>
              </a:ext>
            </a:extLst>
          </p:cNvPr>
          <p:cNvSpPr>
            <a:spLocks noGrp="1"/>
          </p:cNvSpPr>
          <p:nvPr>
            <p:ph type="title"/>
          </p:nvPr>
        </p:nvSpPr>
        <p:spPr>
          <a:xfrm>
            <a:off x="791681" y="2349925"/>
            <a:ext cx="3595930" cy="2456442"/>
          </a:xfrm>
        </p:spPr>
        <p:txBody>
          <a:bodyPr/>
          <a:lstStyle/>
          <a:p>
            <a:r>
              <a:rPr lang="en-US" dirty="0"/>
              <a:t>Efficiency==Light weight: score(20)</a:t>
            </a:r>
          </a:p>
        </p:txBody>
      </p:sp>
      <p:sp>
        <p:nvSpPr>
          <p:cNvPr id="3" name="Content Placeholder 2">
            <a:extLst>
              <a:ext uri="{FF2B5EF4-FFF2-40B4-BE49-F238E27FC236}">
                <a16:creationId xmlns:a16="http://schemas.microsoft.com/office/drawing/2014/main" id="{3877C943-A13C-DE6E-B39D-6CC17B308C3F}"/>
              </a:ext>
            </a:extLst>
          </p:cNvPr>
          <p:cNvSpPr>
            <a:spLocks noGrp="1"/>
          </p:cNvSpPr>
          <p:nvPr>
            <p:ph idx="1"/>
          </p:nvPr>
        </p:nvSpPr>
        <p:spPr/>
        <p:txBody>
          <a:bodyPr/>
          <a:lstStyle/>
          <a:p>
            <a:r>
              <a:rPr lang="en-US" dirty="0"/>
              <a:t>Since the competition requires the drone to be at and or under 40lb this is one of the heavier weighted scores cause it’s that important.</a:t>
            </a:r>
          </a:p>
        </p:txBody>
      </p:sp>
      <p:sp>
        <p:nvSpPr>
          <p:cNvPr id="4" name="Slide Number Placeholder 3">
            <a:extLst>
              <a:ext uri="{FF2B5EF4-FFF2-40B4-BE49-F238E27FC236}">
                <a16:creationId xmlns:a16="http://schemas.microsoft.com/office/drawing/2014/main" id="{E0177AE8-7335-602F-7EA3-86BF88B75EBF}"/>
              </a:ext>
            </a:extLst>
          </p:cNvPr>
          <p:cNvSpPr>
            <a:spLocks noGrp="1"/>
          </p:cNvSpPr>
          <p:nvPr>
            <p:ph type="sldNum" sz="quarter" idx="12"/>
          </p:nvPr>
        </p:nvSpPr>
        <p:spPr/>
        <p:txBody>
          <a:bodyPr/>
          <a:lstStyle/>
          <a:p>
            <a:fld id="{5632AF9C-16F3-42A0-B9C1-C9AB0793823B}" type="slidenum">
              <a:rPr lang="en-US" smtClean="0"/>
              <a:t>3</a:t>
            </a:fld>
            <a:endParaRPr lang="en-US"/>
          </a:p>
        </p:txBody>
      </p:sp>
    </p:spTree>
    <p:extLst>
      <p:ext uri="{BB962C8B-B14F-4D97-AF65-F5344CB8AC3E}">
        <p14:creationId xmlns:p14="http://schemas.microsoft.com/office/powerpoint/2010/main" val="39296357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AB00F-ECF5-1807-1013-A6D1FB1B9376}"/>
              </a:ext>
            </a:extLst>
          </p:cNvPr>
          <p:cNvSpPr>
            <a:spLocks noGrp="1"/>
          </p:cNvSpPr>
          <p:nvPr>
            <p:ph type="title"/>
          </p:nvPr>
        </p:nvSpPr>
        <p:spPr/>
        <p:txBody>
          <a:bodyPr/>
          <a:lstStyle/>
          <a:p>
            <a:r>
              <a:rPr lang="en-US" dirty="0"/>
              <a:t>compatible with razz pie: score(13)</a:t>
            </a:r>
          </a:p>
        </p:txBody>
      </p:sp>
      <p:sp>
        <p:nvSpPr>
          <p:cNvPr id="3" name="Content Placeholder 2">
            <a:extLst>
              <a:ext uri="{FF2B5EF4-FFF2-40B4-BE49-F238E27FC236}">
                <a16:creationId xmlns:a16="http://schemas.microsoft.com/office/drawing/2014/main" id="{20DAEAD1-215B-C7A2-D40B-E5BF275C9620}"/>
              </a:ext>
            </a:extLst>
          </p:cNvPr>
          <p:cNvSpPr>
            <a:spLocks noGrp="1"/>
          </p:cNvSpPr>
          <p:nvPr>
            <p:ph idx="1"/>
          </p:nvPr>
        </p:nvSpPr>
        <p:spPr/>
        <p:txBody>
          <a:bodyPr/>
          <a:lstStyle/>
          <a:p>
            <a:r>
              <a:rPr lang="en-US" dirty="0"/>
              <a:t>If the part is incompatible with our current built in razz pie computer, then the design was scored appropriately.</a:t>
            </a:r>
          </a:p>
        </p:txBody>
      </p:sp>
      <p:sp>
        <p:nvSpPr>
          <p:cNvPr id="4" name="Slide Number Placeholder 3">
            <a:extLst>
              <a:ext uri="{FF2B5EF4-FFF2-40B4-BE49-F238E27FC236}">
                <a16:creationId xmlns:a16="http://schemas.microsoft.com/office/drawing/2014/main" id="{0DA32BEA-87AD-B330-1B60-F1EEA5425B99}"/>
              </a:ext>
            </a:extLst>
          </p:cNvPr>
          <p:cNvSpPr>
            <a:spLocks noGrp="1"/>
          </p:cNvSpPr>
          <p:nvPr>
            <p:ph type="sldNum" sz="quarter" idx="12"/>
          </p:nvPr>
        </p:nvSpPr>
        <p:spPr/>
        <p:txBody>
          <a:bodyPr/>
          <a:lstStyle/>
          <a:p>
            <a:fld id="{5632AF9C-16F3-42A0-B9C1-C9AB0793823B}" type="slidenum">
              <a:rPr lang="en-US" smtClean="0"/>
              <a:t>4</a:t>
            </a:fld>
            <a:endParaRPr lang="en-US"/>
          </a:p>
        </p:txBody>
      </p:sp>
    </p:spTree>
    <p:extLst>
      <p:ext uri="{BB962C8B-B14F-4D97-AF65-F5344CB8AC3E}">
        <p14:creationId xmlns:p14="http://schemas.microsoft.com/office/powerpoint/2010/main" val="86503159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87C9C-CABD-2985-C8AA-CDCCD43FD915}"/>
              </a:ext>
            </a:extLst>
          </p:cNvPr>
          <p:cNvSpPr>
            <a:spLocks noGrp="1"/>
          </p:cNvSpPr>
          <p:nvPr>
            <p:ph type="title"/>
          </p:nvPr>
        </p:nvSpPr>
        <p:spPr/>
        <p:txBody>
          <a:bodyPr/>
          <a:lstStyle/>
          <a:p>
            <a:r>
              <a:rPr lang="en-US" dirty="0"/>
              <a:t>compatible with Linux: score(13)</a:t>
            </a:r>
          </a:p>
        </p:txBody>
      </p:sp>
      <p:sp>
        <p:nvSpPr>
          <p:cNvPr id="3" name="Content Placeholder 2">
            <a:extLst>
              <a:ext uri="{FF2B5EF4-FFF2-40B4-BE49-F238E27FC236}">
                <a16:creationId xmlns:a16="http://schemas.microsoft.com/office/drawing/2014/main" id="{3EE8463D-D6F9-4300-6C8F-29A711A448E4}"/>
              </a:ext>
            </a:extLst>
          </p:cNvPr>
          <p:cNvSpPr>
            <a:spLocks noGrp="1"/>
          </p:cNvSpPr>
          <p:nvPr>
            <p:ph idx="1"/>
          </p:nvPr>
        </p:nvSpPr>
        <p:spPr/>
        <p:txBody>
          <a:bodyPr/>
          <a:lstStyle/>
          <a:p>
            <a:r>
              <a:rPr lang="en-US" dirty="0"/>
              <a:t>This is one of the few requirements that directly relays on a previses requirement. So, it scales with “compatible with razz pie.”</a:t>
            </a:r>
          </a:p>
        </p:txBody>
      </p:sp>
      <p:sp>
        <p:nvSpPr>
          <p:cNvPr id="4" name="Slide Number Placeholder 3">
            <a:extLst>
              <a:ext uri="{FF2B5EF4-FFF2-40B4-BE49-F238E27FC236}">
                <a16:creationId xmlns:a16="http://schemas.microsoft.com/office/drawing/2014/main" id="{650BEE9E-B3B7-CD51-DAA6-C19AF8664EB5}"/>
              </a:ext>
            </a:extLst>
          </p:cNvPr>
          <p:cNvSpPr>
            <a:spLocks noGrp="1"/>
          </p:cNvSpPr>
          <p:nvPr>
            <p:ph type="sldNum" sz="quarter" idx="12"/>
          </p:nvPr>
        </p:nvSpPr>
        <p:spPr/>
        <p:txBody>
          <a:bodyPr/>
          <a:lstStyle/>
          <a:p>
            <a:fld id="{5632AF9C-16F3-42A0-B9C1-C9AB0793823B}" type="slidenum">
              <a:rPr lang="en-US" smtClean="0"/>
              <a:t>5</a:t>
            </a:fld>
            <a:endParaRPr lang="en-US"/>
          </a:p>
        </p:txBody>
      </p:sp>
    </p:spTree>
    <p:extLst>
      <p:ext uri="{BB962C8B-B14F-4D97-AF65-F5344CB8AC3E}">
        <p14:creationId xmlns:p14="http://schemas.microsoft.com/office/powerpoint/2010/main" val="465409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B73E7-6CD5-07EE-10F3-6811204C55FD}"/>
              </a:ext>
            </a:extLst>
          </p:cNvPr>
          <p:cNvSpPr>
            <a:spLocks noGrp="1"/>
          </p:cNvSpPr>
          <p:nvPr>
            <p:ph type="title"/>
          </p:nvPr>
        </p:nvSpPr>
        <p:spPr/>
        <p:txBody>
          <a:bodyPr/>
          <a:lstStyle/>
          <a:p>
            <a:r>
              <a:rPr lang="en-US" dirty="0"/>
              <a:t>Simplistic: score(20)</a:t>
            </a:r>
          </a:p>
        </p:txBody>
      </p:sp>
      <p:sp>
        <p:nvSpPr>
          <p:cNvPr id="3" name="Content Placeholder 2">
            <a:extLst>
              <a:ext uri="{FF2B5EF4-FFF2-40B4-BE49-F238E27FC236}">
                <a16:creationId xmlns:a16="http://schemas.microsoft.com/office/drawing/2014/main" id="{7C76EC84-BB64-F461-AE26-8C750575F344}"/>
              </a:ext>
            </a:extLst>
          </p:cNvPr>
          <p:cNvSpPr>
            <a:spLocks noGrp="1"/>
          </p:cNvSpPr>
          <p:nvPr>
            <p:ph idx="1"/>
          </p:nvPr>
        </p:nvSpPr>
        <p:spPr/>
        <p:txBody>
          <a:bodyPr/>
          <a:lstStyle/>
          <a:p>
            <a:r>
              <a:rPr lang="en-US" dirty="0"/>
              <a:t>Our group is focusing on simplicity cause finding the claw design is half the battle, we also need to attach it to the current drone set up. Hence simplicity is key for success.</a:t>
            </a:r>
          </a:p>
        </p:txBody>
      </p:sp>
      <p:sp>
        <p:nvSpPr>
          <p:cNvPr id="4" name="Slide Number Placeholder 3">
            <a:extLst>
              <a:ext uri="{FF2B5EF4-FFF2-40B4-BE49-F238E27FC236}">
                <a16:creationId xmlns:a16="http://schemas.microsoft.com/office/drawing/2014/main" id="{F037FAAC-EEFD-A8E0-E11E-0B60B217CC24}"/>
              </a:ext>
            </a:extLst>
          </p:cNvPr>
          <p:cNvSpPr>
            <a:spLocks noGrp="1"/>
          </p:cNvSpPr>
          <p:nvPr>
            <p:ph type="sldNum" sz="quarter" idx="12"/>
          </p:nvPr>
        </p:nvSpPr>
        <p:spPr/>
        <p:txBody>
          <a:bodyPr/>
          <a:lstStyle/>
          <a:p>
            <a:fld id="{5632AF9C-16F3-42A0-B9C1-C9AB0793823B}" type="slidenum">
              <a:rPr lang="en-US" smtClean="0"/>
              <a:t>6</a:t>
            </a:fld>
            <a:endParaRPr lang="en-US"/>
          </a:p>
        </p:txBody>
      </p:sp>
    </p:spTree>
    <p:extLst>
      <p:ext uri="{BB962C8B-B14F-4D97-AF65-F5344CB8AC3E}">
        <p14:creationId xmlns:p14="http://schemas.microsoft.com/office/powerpoint/2010/main" val="189097143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3E009-727D-321D-D769-76DB5AD87C4A}"/>
              </a:ext>
            </a:extLst>
          </p:cNvPr>
          <p:cNvSpPr>
            <a:spLocks noGrp="1"/>
          </p:cNvSpPr>
          <p:nvPr>
            <p:ph type="title"/>
          </p:nvPr>
        </p:nvSpPr>
        <p:spPr/>
        <p:txBody>
          <a:bodyPr/>
          <a:lstStyle/>
          <a:p>
            <a:r>
              <a:rPr lang="en-US" dirty="0"/>
              <a:t>Latch Designs: score(1)</a:t>
            </a:r>
          </a:p>
        </p:txBody>
      </p:sp>
      <p:sp>
        <p:nvSpPr>
          <p:cNvPr id="3" name="Content Placeholder 2">
            <a:extLst>
              <a:ext uri="{FF2B5EF4-FFF2-40B4-BE49-F238E27FC236}">
                <a16:creationId xmlns:a16="http://schemas.microsoft.com/office/drawing/2014/main" id="{0021E07C-865D-3C5F-5A15-B7924C91204C}"/>
              </a:ext>
            </a:extLst>
          </p:cNvPr>
          <p:cNvSpPr>
            <a:spLocks noGrp="1"/>
          </p:cNvSpPr>
          <p:nvPr>
            <p:ph idx="1"/>
          </p:nvPr>
        </p:nvSpPr>
        <p:spPr/>
        <p:txBody>
          <a:bodyPr/>
          <a:lstStyle/>
          <a:p>
            <a:r>
              <a:rPr lang="en-US" dirty="0"/>
              <a:t>While it may be nice if the claw incorporated some type of latch design, i.e. affixing a rotational component to a surface, it’s not necessary. </a:t>
            </a:r>
          </a:p>
        </p:txBody>
      </p:sp>
      <p:sp>
        <p:nvSpPr>
          <p:cNvPr id="4" name="Slide Number Placeholder 3">
            <a:extLst>
              <a:ext uri="{FF2B5EF4-FFF2-40B4-BE49-F238E27FC236}">
                <a16:creationId xmlns:a16="http://schemas.microsoft.com/office/drawing/2014/main" id="{E0891089-8C51-3D8D-98BA-19F625DE9992}"/>
              </a:ext>
            </a:extLst>
          </p:cNvPr>
          <p:cNvSpPr>
            <a:spLocks noGrp="1"/>
          </p:cNvSpPr>
          <p:nvPr>
            <p:ph type="sldNum" sz="quarter" idx="12"/>
          </p:nvPr>
        </p:nvSpPr>
        <p:spPr/>
        <p:txBody>
          <a:bodyPr/>
          <a:lstStyle/>
          <a:p>
            <a:fld id="{5632AF9C-16F3-42A0-B9C1-C9AB0793823B}" type="slidenum">
              <a:rPr lang="en-US" smtClean="0"/>
              <a:t>7</a:t>
            </a:fld>
            <a:endParaRPr lang="en-US"/>
          </a:p>
        </p:txBody>
      </p:sp>
    </p:spTree>
    <p:extLst>
      <p:ext uri="{BB962C8B-B14F-4D97-AF65-F5344CB8AC3E}">
        <p14:creationId xmlns:p14="http://schemas.microsoft.com/office/powerpoint/2010/main" val="108569637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D061A-63DE-FB36-5B35-634EAC301940}"/>
              </a:ext>
            </a:extLst>
          </p:cNvPr>
          <p:cNvSpPr>
            <a:spLocks noGrp="1"/>
          </p:cNvSpPr>
          <p:nvPr>
            <p:ph type="title"/>
          </p:nvPr>
        </p:nvSpPr>
        <p:spPr/>
        <p:txBody>
          <a:bodyPr>
            <a:normAutofit fontScale="90000"/>
          </a:bodyPr>
          <a:lstStyle/>
          <a:p>
            <a:r>
              <a:rPr lang="en-US" dirty="0"/>
              <a:t>Pure System Mechanic Denominations: each score(1)</a:t>
            </a:r>
          </a:p>
        </p:txBody>
      </p:sp>
      <p:sp>
        <p:nvSpPr>
          <p:cNvPr id="3" name="Content Placeholder 2">
            <a:extLst>
              <a:ext uri="{FF2B5EF4-FFF2-40B4-BE49-F238E27FC236}">
                <a16:creationId xmlns:a16="http://schemas.microsoft.com/office/drawing/2014/main" id="{8AA5E0C3-13C7-F7AA-A32B-4AA0579D1C0C}"/>
              </a:ext>
            </a:extLst>
          </p:cNvPr>
          <p:cNvSpPr>
            <a:spLocks noGrp="1"/>
          </p:cNvSpPr>
          <p:nvPr>
            <p:ph idx="1"/>
          </p:nvPr>
        </p:nvSpPr>
        <p:spPr/>
        <p:txBody>
          <a:bodyPr/>
          <a:lstStyle/>
          <a:p>
            <a:r>
              <a:rPr lang="en-US" dirty="0"/>
              <a:t>Pure systems of Mechanics the easiest systems to model and incorporate, but they don’t incorporate cross denominational advantages that make Hybrid systems more useful. They’d also be at a higher cost of integration since these systems are often design for very specific roles.</a:t>
            </a:r>
          </a:p>
        </p:txBody>
      </p:sp>
      <p:sp>
        <p:nvSpPr>
          <p:cNvPr id="4" name="Slide Number Placeholder 3">
            <a:extLst>
              <a:ext uri="{FF2B5EF4-FFF2-40B4-BE49-F238E27FC236}">
                <a16:creationId xmlns:a16="http://schemas.microsoft.com/office/drawing/2014/main" id="{4C2C81B7-7B07-7C31-EA58-3246EA9D076C}"/>
              </a:ext>
            </a:extLst>
          </p:cNvPr>
          <p:cNvSpPr>
            <a:spLocks noGrp="1"/>
          </p:cNvSpPr>
          <p:nvPr>
            <p:ph type="sldNum" sz="quarter" idx="12"/>
          </p:nvPr>
        </p:nvSpPr>
        <p:spPr/>
        <p:txBody>
          <a:bodyPr/>
          <a:lstStyle/>
          <a:p>
            <a:fld id="{5632AF9C-16F3-42A0-B9C1-C9AB0793823B}" type="slidenum">
              <a:rPr lang="en-US" smtClean="0"/>
              <a:t>8</a:t>
            </a:fld>
            <a:endParaRPr lang="en-US"/>
          </a:p>
        </p:txBody>
      </p:sp>
    </p:spTree>
    <p:extLst>
      <p:ext uri="{BB962C8B-B14F-4D97-AF65-F5344CB8AC3E}">
        <p14:creationId xmlns:p14="http://schemas.microsoft.com/office/powerpoint/2010/main" val="7450057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0A733-B945-7C86-4C9E-1FF98C8B146D}"/>
              </a:ext>
            </a:extLst>
          </p:cNvPr>
          <p:cNvSpPr>
            <a:spLocks noGrp="1"/>
          </p:cNvSpPr>
          <p:nvPr>
            <p:ph type="title"/>
          </p:nvPr>
        </p:nvSpPr>
        <p:spPr/>
        <p:txBody>
          <a:bodyPr>
            <a:normAutofit fontScale="90000"/>
          </a:bodyPr>
          <a:lstStyle/>
          <a:p>
            <a:r>
              <a:rPr lang="en-US" dirty="0"/>
              <a:t>Hybrid System Mechanic Denominations:</a:t>
            </a:r>
            <a:br>
              <a:rPr lang="en-US" dirty="0"/>
            </a:br>
            <a:r>
              <a:rPr lang="en-US" dirty="0"/>
              <a:t>each score(15)</a:t>
            </a:r>
          </a:p>
        </p:txBody>
      </p:sp>
      <p:sp>
        <p:nvSpPr>
          <p:cNvPr id="3" name="Content Placeholder 2">
            <a:extLst>
              <a:ext uri="{FF2B5EF4-FFF2-40B4-BE49-F238E27FC236}">
                <a16:creationId xmlns:a16="http://schemas.microsoft.com/office/drawing/2014/main" id="{A625100E-0621-B39D-4BCF-1B1E88B1AE2F}"/>
              </a:ext>
            </a:extLst>
          </p:cNvPr>
          <p:cNvSpPr>
            <a:spLocks noGrp="1"/>
          </p:cNvSpPr>
          <p:nvPr>
            <p:ph idx="1"/>
          </p:nvPr>
        </p:nvSpPr>
        <p:spPr/>
        <p:txBody>
          <a:bodyPr/>
          <a:lstStyle/>
          <a:p>
            <a:r>
              <a:rPr lang="en-US" dirty="0"/>
              <a:t>Hybrid Systems offer a wide range of utility an application. This is because it allows for energy translators to be incorporated between the systems </a:t>
            </a:r>
            <a:r>
              <a:rPr lang="en-US" dirty="0" err="1"/>
              <a:t>i.e</a:t>
            </a:r>
            <a:r>
              <a:rPr lang="en-US" dirty="0"/>
              <a:t> turning EMF </a:t>
            </a:r>
            <a:r>
              <a:rPr lang="en-US" dirty="0">
                <a:sym typeface="Wingdings" panose="05000000000000000000" pitchFamily="2" charset="2"/>
              </a:rPr>
              <a:t> Translator(DC motor)  Rotational Mechanical Torque.</a:t>
            </a:r>
            <a:endParaRPr lang="en-US" dirty="0"/>
          </a:p>
        </p:txBody>
      </p:sp>
      <p:sp>
        <p:nvSpPr>
          <p:cNvPr id="4" name="Slide Number Placeholder 3">
            <a:extLst>
              <a:ext uri="{FF2B5EF4-FFF2-40B4-BE49-F238E27FC236}">
                <a16:creationId xmlns:a16="http://schemas.microsoft.com/office/drawing/2014/main" id="{3DEE0D5E-7661-AC24-6F6D-B4AA44B43A10}"/>
              </a:ext>
            </a:extLst>
          </p:cNvPr>
          <p:cNvSpPr>
            <a:spLocks noGrp="1"/>
          </p:cNvSpPr>
          <p:nvPr>
            <p:ph type="sldNum" sz="quarter" idx="12"/>
          </p:nvPr>
        </p:nvSpPr>
        <p:spPr/>
        <p:txBody>
          <a:bodyPr/>
          <a:lstStyle/>
          <a:p>
            <a:fld id="{5632AF9C-16F3-42A0-B9C1-C9AB0793823B}" type="slidenum">
              <a:rPr lang="en-US" smtClean="0"/>
              <a:t>9</a:t>
            </a:fld>
            <a:endParaRPr lang="en-US"/>
          </a:p>
        </p:txBody>
      </p:sp>
    </p:spTree>
    <p:extLst>
      <p:ext uri="{BB962C8B-B14F-4D97-AF65-F5344CB8AC3E}">
        <p14:creationId xmlns:p14="http://schemas.microsoft.com/office/powerpoint/2010/main" val="40427118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C14B8-229E-62C6-1B9A-057DFD31C4F6}"/>
              </a:ext>
            </a:extLst>
          </p:cNvPr>
          <p:cNvSpPr>
            <a:spLocks noGrp="1"/>
          </p:cNvSpPr>
          <p:nvPr>
            <p:ph type="title"/>
          </p:nvPr>
        </p:nvSpPr>
        <p:spPr/>
        <p:txBody>
          <a:bodyPr/>
          <a:lstStyle/>
          <a:p>
            <a:r>
              <a:rPr lang="en-US" dirty="0"/>
              <a:t>Top Three Winers of the Criteria Matrix</a:t>
            </a:r>
          </a:p>
        </p:txBody>
      </p:sp>
      <p:graphicFrame>
        <p:nvGraphicFramePr>
          <p:cNvPr id="6" name="Content Placeholder 5">
            <a:extLst>
              <a:ext uri="{FF2B5EF4-FFF2-40B4-BE49-F238E27FC236}">
                <a16:creationId xmlns:a16="http://schemas.microsoft.com/office/drawing/2014/main" id="{EBC8DF25-0826-4E7C-BDB0-37AE36026DD7}"/>
              </a:ext>
            </a:extLst>
          </p:cNvPr>
          <p:cNvGraphicFramePr>
            <a:graphicFrameLocks noGrp="1"/>
          </p:cNvGraphicFramePr>
          <p:nvPr>
            <p:ph idx="1"/>
            <p:extLst>
              <p:ext uri="{D42A27DB-BD31-4B8C-83A1-F6EECF244321}">
                <p14:modId xmlns:p14="http://schemas.microsoft.com/office/powerpoint/2010/main" val="1439831992"/>
              </p:ext>
            </p:extLst>
          </p:nvPr>
        </p:nvGraphicFramePr>
        <p:xfrm>
          <a:off x="4539512" y="1105747"/>
          <a:ext cx="7474689" cy="4333240"/>
        </p:xfrm>
        <a:graphic>
          <a:graphicData uri="http://schemas.openxmlformats.org/drawingml/2006/table">
            <a:tbl>
              <a:tblPr firstRow="1" bandRow="1">
                <a:tableStyleId>{5C22544A-7EE6-4342-B048-85BDC9FD1C3A}</a:tableStyleId>
              </a:tblPr>
              <a:tblGrid>
                <a:gridCol w="2005221">
                  <a:extLst>
                    <a:ext uri="{9D8B030D-6E8A-4147-A177-3AD203B41FA5}">
                      <a16:colId xmlns:a16="http://schemas.microsoft.com/office/drawing/2014/main" val="384210579"/>
                    </a:ext>
                  </a:extLst>
                </a:gridCol>
                <a:gridCol w="1813320">
                  <a:extLst>
                    <a:ext uri="{9D8B030D-6E8A-4147-A177-3AD203B41FA5}">
                      <a16:colId xmlns:a16="http://schemas.microsoft.com/office/drawing/2014/main" val="1420762954"/>
                    </a:ext>
                  </a:extLst>
                </a:gridCol>
                <a:gridCol w="1751147">
                  <a:extLst>
                    <a:ext uri="{9D8B030D-6E8A-4147-A177-3AD203B41FA5}">
                      <a16:colId xmlns:a16="http://schemas.microsoft.com/office/drawing/2014/main" val="2560099977"/>
                    </a:ext>
                  </a:extLst>
                </a:gridCol>
                <a:gridCol w="686285">
                  <a:extLst>
                    <a:ext uri="{9D8B030D-6E8A-4147-A177-3AD203B41FA5}">
                      <a16:colId xmlns:a16="http://schemas.microsoft.com/office/drawing/2014/main" val="2120920708"/>
                    </a:ext>
                  </a:extLst>
                </a:gridCol>
                <a:gridCol w="1218716">
                  <a:extLst>
                    <a:ext uri="{9D8B030D-6E8A-4147-A177-3AD203B41FA5}">
                      <a16:colId xmlns:a16="http://schemas.microsoft.com/office/drawing/2014/main" val="43535234"/>
                    </a:ext>
                  </a:extLst>
                </a:gridCol>
              </a:tblGrid>
              <a:tr h="370840">
                <a:tc>
                  <a:txBody>
                    <a:bodyPr/>
                    <a:lstStyle/>
                    <a:p>
                      <a:r>
                        <a:rPr lang="en-US" sz="1200" dirty="0"/>
                        <a:t>Criteria Matrix</a:t>
                      </a:r>
                    </a:p>
                  </a:txBody>
                  <a:tcPr/>
                </a:tc>
                <a:tc>
                  <a:txBody>
                    <a:bodyPr/>
                    <a:lstStyle/>
                    <a:p>
                      <a:r>
                        <a:rPr lang="en-US" sz="1200" dirty="0"/>
                        <a:t>Nominal Scores</a:t>
                      </a:r>
                    </a:p>
                  </a:txBody>
                  <a:tcPr/>
                </a:tc>
                <a:tc>
                  <a:txBody>
                    <a:bodyPr/>
                    <a:lstStyle/>
                    <a:p>
                      <a:r>
                        <a:rPr lang="en-US" sz="1200" dirty="0"/>
                        <a:t>Robot Claw with servo for Arduino/Raspberry Pi/</a:t>
                      </a:r>
                      <a:r>
                        <a:rPr lang="en-US" sz="1200" dirty="0" err="1"/>
                        <a:t>Microbit</a:t>
                      </a:r>
                      <a:r>
                        <a:rPr lang="en-US" sz="1200" dirty="0"/>
                        <a:t> DIY</a:t>
                      </a:r>
                    </a:p>
                  </a:txBody>
                  <a:tcPr/>
                </a:tc>
                <a:tc>
                  <a:txBody>
                    <a:bodyPr/>
                    <a:lstStyle/>
                    <a:p>
                      <a:r>
                        <a:rPr lang="en-US" sz="1200" dirty="0"/>
                        <a:t>CPX Drone Claw</a:t>
                      </a:r>
                    </a:p>
                  </a:txBody>
                  <a:tcPr/>
                </a:tc>
                <a:tc>
                  <a:txBody>
                    <a:bodyPr/>
                    <a:lstStyle/>
                    <a:p>
                      <a:r>
                        <a:rPr lang="en-US" sz="1200" dirty="0"/>
                        <a:t>Granular Jamming Grippers</a:t>
                      </a:r>
                    </a:p>
                  </a:txBody>
                  <a:tcPr/>
                </a:tc>
                <a:extLst>
                  <a:ext uri="{0D108BD9-81ED-4DB2-BD59-A6C34878D82A}">
                    <a16:rowId xmlns:a16="http://schemas.microsoft.com/office/drawing/2014/main" val="1395430549"/>
                  </a:ext>
                </a:extLst>
              </a:tr>
              <a:tr h="370840">
                <a:tc>
                  <a:txBody>
                    <a:bodyPr/>
                    <a:lstStyle/>
                    <a:p>
                      <a:r>
                        <a:rPr lang="en-US" sz="1200" dirty="0"/>
                        <a:t>Efficiency==Light weight: </a:t>
                      </a:r>
                    </a:p>
                  </a:txBody>
                  <a:tcPr/>
                </a:tc>
                <a:tc>
                  <a:txBody>
                    <a:bodyPr/>
                    <a:lstStyle/>
                    <a:p>
                      <a:r>
                        <a:rPr lang="en-US" sz="1200" dirty="0"/>
                        <a:t>20</a:t>
                      </a:r>
                    </a:p>
                  </a:txBody>
                  <a:tcPr/>
                </a:tc>
                <a:tc>
                  <a:txBody>
                    <a:bodyPr/>
                    <a:lstStyle/>
                    <a:p>
                      <a:pPr algn="r"/>
                      <a:r>
                        <a:rPr lang="en-US" sz="1200" dirty="0"/>
                        <a:t>15</a:t>
                      </a:r>
                    </a:p>
                  </a:txBody>
                  <a:tcPr/>
                </a:tc>
                <a:tc>
                  <a:txBody>
                    <a:bodyPr/>
                    <a:lstStyle/>
                    <a:p>
                      <a:pPr algn="r" fontAlgn="t">
                        <a:buNone/>
                      </a:pPr>
                      <a:r>
                        <a:rPr lang="en-US" sz="1100" b="0" i="0" u="none" strike="noStrike" dirty="0">
                          <a:solidFill>
                            <a:srgbClr val="000000"/>
                          </a:solidFill>
                          <a:effectLst/>
                          <a:latin typeface="Aptos Narrow" panose="020B0004020202020204" pitchFamily="34" charset="0"/>
                        </a:rPr>
                        <a:t>20</a:t>
                      </a:r>
                    </a:p>
                  </a:txBody>
                  <a:tcPr marL="7620" marR="7620" marT="7620" marB="0"/>
                </a:tc>
                <a:tc>
                  <a:txBody>
                    <a:bodyPr/>
                    <a:lstStyle/>
                    <a:p>
                      <a:pPr algn="r" fontAlgn="t">
                        <a:buNone/>
                      </a:pPr>
                      <a:r>
                        <a:rPr lang="en-US" sz="1100" b="0" i="0" u="none" strike="noStrike" dirty="0">
                          <a:solidFill>
                            <a:srgbClr val="000000"/>
                          </a:solidFill>
                          <a:effectLst/>
                          <a:latin typeface="Aptos Narrow" panose="020B0004020202020204" pitchFamily="34" charset="0"/>
                        </a:rPr>
                        <a:t>20</a:t>
                      </a:r>
                    </a:p>
                  </a:txBody>
                  <a:tcPr marL="7620" marR="7620" marT="7620" marB="0"/>
                </a:tc>
                <a:extLst>
                  <a:ext uri="{0D108BD9-81ED-4DB2-BD59-A6C34878D82A}">
                    <a16:rowId xmlns:a16="http://schemas.microsoft.com/office/drawing/2014/main" val="1973136537"/>
                  </a:ext>
                </a:extLst>
              </a:tr>
              <a:tr h="370840">
                <a:tc>
                  <a:txBody>
                    <a:bodyPr/>
                    <a:lstStyle/>
                    <a:p>
                      <a:r>
                        <a:rPr lang="en-US" sz="1200" dirty="0"/>
                        <a:t>compatible with razz pie:</a:t>
                      </a:r>
                    </a:p>
                  </a:txBody>
                  <a:tcPr/>
                </a:tc>
                <a:tc>
                  <a:txBody>
                    <a:bodyPr/>
                    <a:lstStyle/>
                    <a:p>
                      <a:r>
                        <a:rPr lang="en-US" sz="1200" dirty="0"/>
                        <a:t>13</a:t>
                      </a:r>
                    </a:p>
                  </a:txBody>
                  <a:tcPr/>
                </a:tc>
                <a:tc>
                  <a:txBody>
                    <a:bodyPr/>
                    <a:lstStyle/>
                    <a:p>
                      <a:pPr algn="r"/>
                      <a:r>
                        <a:rPr lang="en-US" sz="1200" dirty="0"/>
                        <a:t>13</a:t>
                      </a:r>
                    </a:p>
                  </a:txBody>
                  <a:tcPr/>
                </a:tc>
                <a:tc>
                  <a:txBody>
                    <a:bodyPr/>
                    <a:lstStyle/>
                    <a:p>
                      <a:pPr algn="r" fontAlgn="t">
                        <a:buNone/>
                      </a:pPr>
                      <a:r>
                        <a:rPr lang="en-US" sz="1100" b="0" i="0" u="none" strike="noStrike">
                          <a:solidFill>
                            <a:srgbClr val="000000"/>
                          </a:solidFill>
                          <a:effectLst/>
                          <a:latin typeface="Aptos Narrow" panose="020B0004020202020204" pitchFamily="34" charset="0"/>
                        </a:rPr>
                        <a:t>13</a:t>
                      </a:r>
                    </a:p>
                  </a:txBody>
                  <a:tcPr marL="7620" marR="7620" marT="7620" marB="0"/>
                </a:tc>
                <a:tc>
                  <a:txBody>
                    <a:bodyPr/>
                    <a:lstStyle/>
                    <a:p>
                      <a:pPr algn="r" fontAlgn="t">
                        <a:buNone/>
                      </a:pPr>
                      <a:r>
                        <a:rPr lang="en-US" sz="1100" b="0" i="0" u="none" strike="noStrike" dirty="0">
                          <a:solidFill>
                            <a:srgbClr val="000000"/>
                          </a:solidFill>
                          <a:effectLst/>
                          <a:latin typeface="Aptos Narrow" panose="020B0004020202020204" pitchFamily="34" charset="0"/>
                        </a:rPr>
                        <a:t>13</a:t>
                      </a:r>
                    </a:p>
                  </a:txBody>
                  <a:tcPr marL="7620" marR="7620" marT="7620" marB="0"/>
                </a:tc>
                <a:extLst>
                  <a:ext uri="{0D108BD9-81ED-4DB2-BD59-A6C34878D82A}">
                    <a16:rowId xmlns:a16="http://schemas.microsoft.com/office/drawing/2014/main" val="1147321878"/>
                  </a:ext>
                </a:extLst>
              </a:tr>
              <a:tr h="370840">
                <a:tc>
                  <a:txBody>
                    <a:bodyPr/>
                    <a:lstStyle/>
                    <a:p>
                      <a:r>
                        <a:rPr lang="en-US" sz="1200" dirty="0"/>
                        <a:t>compatible with Linux:</a:t>
                      </a:r>
                    </a:p>
                  </a:txBody>
                  <a:tcPr/>
                </a:tc>
                <a:tc>
                  <a:txBody>
                    <a:bodyPr/>
                    <a:lstStyle/>
                    <a:p>
                      <a:r>
                        <a:rPr lang="en-US" sz="1200" dirty="0"/>
                        <a:t>13</a:t>
                      </a:r>
                    </a:p>
                  </a:txBody>
                  <a:tcPr/>
                </a:tc>
                <a:tc>
                  <a:txBody>
                    <a:bodyPr/>
                    <a:lstStyle/>
                    <a:p>
                      <a:pPr algn="r"/>
                      <a:r>
                        <a:rPr lang="en-US" sz="1200" dirty="0"/>
                        <a:t>13</a:t>
                      </a:r>
                    </a:p>
                  </a:txBody>
                  <a:tcPr/>
                </a:tc>
                <a:tc>
                  <a:txBody>
                    <a:bodyPr/>
                    <a:lstStyle/>
                    <a:p>
                      <a:pPr algn="r" fontAlgn="t">
                        <a:buNone/>
                      </a:pPr>
                      <a:r>
                        <a:rPr lang="en-US" sz="1100" b="0" i="0" u="none" strike="noStrike" dirty="0">
                          <a:solidFill>
                            <a:srgbClr val="000000"/>
                          </a:solidFill>
                          <a:effectLst/>
                          <a:latin typeface="Aptos Narrow" panose="020B0004020202020204" pitchFamily="34" charset="0"/>
                        </a:rPr>
                        <a:t>13</a:t>
                      </a:r>
                    </a:p>
                  </a:txBody>
                  <a:tcPr marL="7620" marR="7620" marT="7620" marB="0"/>
                </a:tc>
                <a:tc>
                  <a:txBody>
                    <a:bodyPr/>
                    <a:lstStyle/>
                    <a:p>
                      <a:pPr algn="r" fontAlgn="t">
                        <a:buNone/>
                      </a:pPr>
                      <a:r>
                        <a:rPr lang="en-US" sz="1100" b="0" i="0" u="none" strike="noStrike" dirty="0">
                          <a:solidFill>
                            <a:srgbClr val="000000"/>
                          </a:solidFill>
                          <a:effectLst/>
                          <a:latin typeface="Aptos Narrow" panose="020B0004020202020204" pitchFamily="34" charset="0"/>
                        </a:rPr>
                        <a:t>13</a:t>
                      </a:r>
                    </a:p>
                  </a:txBody>
                  <a:tcPr marL="7620" marR="7620" marT="7620" marB="0"/>
                </a:tc>
                <a:extLst>
                  <a:ext uri="{0D108BD9-81ED-4DB2-BD59-A6C34878D82A}">
                    <a16:rowId xmlns:a16="http://schemas.microsoft.com/office/drawing/2014/main" val="2087390808"/>
                  </a:ext>
                </a:extLst>
              </a:tr>
              <a:tr h="370840">
                <a:tc>
                  <a:txBody>
                    <a:bodyPr/>
                    <a:lstStyle/>
                    <a:p>
                      <a:r>
                        <a:rPr lang="en-US" sz="1200" dirty="0"/>
                        <a:t>Simplistic:</a:t>
                      </a:r>
                    </a:p>
                  </a:txBody>
                  <a:tcPr/>
                </a:tc>
                <a:tc>
                  <a:txBody>
                    <a:bodyPr/>
                    <a:lstStyle/>
                    <a:p>
                      <a:r>
                        <a:rPr lang="en-US" sz="1200" dirty="0"/>
                        <a:t>20</a:t>
                      </a:r>
                    </a:p>
                  </a:txBody>
                  <a:tcPr/>
                </a:tc>
                <a:tc>
                  <a:txBody>
                    <a:bodyPr/>
                    <a:lstStyle/>
                    <a:p>
                      <a:pPr algn="r"/>
                      <a:r>
                        <a:rPr lang="en-US" sz="1200" dirty="0"/>
                        <a:t>20</a:t>
                      </a:r>
                    </a:p>
                  </a:txBody>
                  <a:tcPr/>
                </a:tc>
                <a:tc>
                  <a:txBody>
                    <a:bodyPr/>
                    <a:lstStyle/>
                    <a:p>
                      <a:pPr algn="r" fontAlgn="t">
                        <a:buNone/>
                      </a:pPr>
                      <a:r>
                        <a:rPr lang="en-US" sz="1100" b="0" i="0" u="none" strike="noStrike" dirty="0">
                          <a:solidFill>
                            <a:srgbClr val="000000"/>
                          </a:solidFill>
                          <a:effectLst/>
                          <a:latin typeface="Aptos Narrow" panose="020B0004020202020204" pitchFamily="34" charset="0"/>
                        </a:rPr>
                        <a:t>20</a:t>
                      </a:r>
                    </a:p>
                  </a:txBody>
                  <a:tcPr marL="7620" marR="7620" marT="7620" marB="0"/>
                </a:tc>
                <a:tc>
                  <a:txBody>
                    <a:bodyPr/>
                    <a:lstStyle/>
                    <a:p>
                      <a:pPr algn="r" fontAlgn="t">
                        <a:buNone/>
                      </a:pPr>
                      <a:r>
                        <a:rPr lang="en-US" sz="1100" b="0" i="0" u="none" strike="noStrike">
                          <a:solidFill>
                            <a:srgbClr val="000000"/>
                          </a:solidFill>
                          <a:effectLst/>
                          <a:latin typeface="Aptos Narrow" panose="020B0004020202020204" pitchFamily="34" charset="0"/>
                        </a:rPr>
                        <a:t>20</a:t>
                      </a:r>
                    </a:p>
                  </a:txBody>
                  <a:tcPr marL="7620" marR="7620" marT="7620" marB="0"/>
                </a:tc>
                <a:extLst>
                  <a:ext uri="{0D108BD9-81ED-4DB2-BD59-A6C34878D82A}">
                    <a16:rowId xmlns:a16="http://schemas.microsoft.com/office/drawing/2014/main" val="2685817199"/>
                  </a:ext>
                </a:extLst>
              </a:tr>
              <a:tr h="370840">
                <a:tc>
                  <a:txBody>
                    <a:bodyPr/>
                    <a:lstStyle/>
                    <a:p>
                      <a:r>
                        <a:rPr lang="en-US" sz="1200" dirty="0"/>
                        <a:t>Latch Designs:</a:t>
                      </a:r>
                    </a:p>
                  </a:txBody>
                  <a:tcPr/>
                </a:tc>
                <a:tc>
                  <a:txBody>
                    <a:bodyPr/>
                    <a:lstStyle/>
                    <a:p>
                      <a:r>
                        <a:rPr lang="en-US" sz="1200" dirty="0"/>
                        <a:t>1</a:t>
                      </a:r>
                    </a:p>
                  </a:txBody>
                  <a:tcPr/>
                </a:tc>
                <a:tc>
                  <a:txBody>
                    <a:bodyPr/>
                    <a:lstStyle/>
                    <a:p>
                      <a:pPr algn="r"/>
                      <a:r>
                        <a:rPr lang="en-US" sz="1200" dirty="0"/>
                        <a:t>1</a:t>
                      </a:r>
                    </a:p>
                  </a:txBody>
                  <a:tcPr/>
                </a:tc>
                <a:tc>
                  <a:txBody>
                    <a:bodyPr/>
                    <a:lstStyle/>
                    <a:p>
                      <a:pPr algn="r" fontAlgn="t">
                        <a:buNone/>
                      </a:pPr>
                      <a:r>
                        <a:rPr lang="en-US" sz="1100" b="0" i="0" u="none" strike="noStrike" dirty="0">
                          <a:solidFill>
                            <a:srgbClr val="000000"/>
                          </a:solidFill>
                          <a:effectLst/>
                          <a:latin typeface="Aptos Narrow" panose="020B0004020202020204" pitchFamily="34" charset="0"/>
                        </a:rPr>
                        <a:t>0</a:t>
                      </a:r>
                    </a:p>
                  </a:txBody>
                  <a:tcPr marL="7620" marR="7620" marT="7620" marB="0"/>
                </a:tc>
                <a:tc>
                  <a:txBody>
                    <a:bodyPr/>
                    <a:lstStyle/>
                    <a:p>
                      <a:pPr algn="r" fontAlgn="t">
                        <a:buNone/>
                      </a:pPr>
                      <a:r>
                        <a:rPr lang="en-US" sz="1100" b="0" i="0" u="none" strike="noStrike">
                          <a:solidFill>
                            <a:srgbClr val="000000"/>
                          </a:solidFill>
                          <a:effectLst/>
                          <a:latin typeface="Aptos Narrow" panose="020B0004020202020204" pitchFamily="34" charset="0"/>
                        </a:rPr>
                        <a:t>1</a:t>
                      </a:r>
                    </a:p>
                  </a:txBody>
                  <a:tcPr marL="7620" marR="7620" marT="7620" marB="0"/>
                </a:tc>
                <a:extLst>
                  <a:ext uri="{0D108BD9-81ED-4DB2-BD59-A6C34878D82A}">
                    <a16:rowId xmlns:a16="http://schemas.microsoft.com/office/drawing/2014/main" val="2052246564"/>
                  </a:ext>
                </a:extLst>
              </a:tr>
              <a:tr h="370840">
                <a:tc>
                  <a:txBody>
                    <a:bodyPr/>
                    <a:lstStyle/>
                    <a:p>
                      <a:r>
                        <a:rPr lang="en-US" sz="1200" dirty="0"/>
                        <a:t>Pure System Mechanic Denominations:</a:t>
                      </a:r>
                    </a:p>
                  </a:txBody>
                  <a:tcPr/>
                </a:tc>
                <a:tc>
                  <a:txBody>
                    <a:bodyPr/>
                    <a:lstStyle/>
                    <a:p>
                      <a:r>
                        <a:rPr lang="en-US" sz="1200" dirty="0"/>
                        <a:t>3</a:t>
                      </a:r>
                    </a:p>
                  </a:txBody>
                  <a:tcPr/>
                </a:tc>
                <a:tc>
                  <a:txBody>
                    <a:bodyPr/>
                    <a:lstStyle/>
                    <a:p>
                      <a:pPr algn="r"/>
                      <a:r>
                        <a:rPr lang="en-US" sz="1200" dirty="0"/>
                        <a:t>2</a:t>
                      </a:r>
                    </a:p>
                  </a:txBody>
                  <a:tcPr/>
                </a:tc>
                <a:tc>
                  <a:txBody>
                    <a:bodyPr/>
                    <a:lstStyle/>
                    <a:p>
                      <a:pPr algn="r" fontAlgn="t">
                        <a:buNone/>
                      </a:pPr>
                      <a:r>
                        <a:rPr lang="en-US" sz="1100" b="0" i="0" u="none" strike="noStrike" dirty="0">
                          <a:solidFill>
                            <a:srgbClr val="000000"/>
                          </a:solidFill>
                          <a:effectLst/>
                          <a:latin typeface="Aptos Narrow" panose="020B0004020202020204" pitchFamily="34" charset="0"/>
                        </a:rPr>
                        <a:t>2</a:t>
                      </a:r>
                    </a:p>
                  </a:txBody>
                  <a:tcPr marL="7620" marR="7620" marT="7620" marB="0"/>
                </a:tc>
                <a:tc>
                  <a:txBody>
                    <a:bodyPr/>
                    <a:lstStyle/>
                    <a:p>
                      <a:pPr algn="r" fontAlgn="t">
                        <a:buNone/>
                      </a:pPr>
                      <a:r>
                        <a:rPr lang="en-US" sz="1100" b="0" i="0" u="none" strike="noStrike" dirty="0">
                          <a:solidFill>
                            <a:srgbClr val="000000"/>
                          </a:solidFill>
                          <a:effectLst/>
                          <a:latin typeface="Aptos Narrow" panose="020B0004020202020204" pitchFamily="34" charset="0"/>
                        </a:rPr>
                        <a:t>3</a:t>
                      </a:r>
                    </a:p>
                  </a:txBody>
                  <a:tcPr marL="7620" marR="7620" marT="7620" marB="0"/>
                </a:tc>
                <a:extLst>
                  <a:ext uri="{0D108BD9-81ED-4DB2-BD59-A6C34878D82A}">
                    <a16:rowId xmlns:a16="http://schemas.microsoft.com/office/drawing/2014/main" val="2648656632"/>
                  </a:ext>
                </a:extLst>
              </a:tr>
              <a:tr h="370840">
                <a:tc>
                  <a:txBody>
                    <a:bodyPr/>
                    <a:lstStyle/>
                    <a:p>
                      <a:r>
                        <a:rPr lang="en-US" sz="1200" dirty="0"/>
                        <a:t>Hybrid System Mechanic Denominations:</a:t>
                      </a:r>
                    </a:p>
                  </a:txBody>
                  <a:tcPr/>
                </a:tc>
                <a:tc>
                  <a:txBody>
                    <a:bodyPr/>
                    <a:lstStyle/>
                    <a:p>
                      <a:r>
                        <a:rPr lang="en-US" sz="1200" dirty="0"/>
                        <a:t>45</a:t>
                      </a:r>
                    </a:p>
                  </a:txBody>
                  <a:tcPr/>
                </a:tc>
                <a:tc>
                  <a:txBody>
                    <a:bodyPr/>
                    <a:lstStyle/>
                    <a:p>
                      <a:pPr algn="r"/>
                      <a:r>
                        <a:rPr lang="en-US" sz="1200" dirty="0"/>
                        <a:t>10</a:t>
                      </a:r>
                    </a:p>
                  </a:txBody>
                  <a:tcPr/>
                </a:tc>
                <a:tc>
                  <a:txBody>
                    <a:bodyPr/>
                    <a:lstStyle/>
                    <a:p>
                      <a:pPr algn="r" fontAlgn="t">
                        <a:buNone/>
                      </a:pPr>
                      <a:r>
                        <a:rPr lang="en-US" sz="1100" b="0" i="0" u="none" strike="noStrike" dirty="0">
                          <a:solidFill>
                            <a:srgbClr val="000000"/>
                          </a:solidFill>
                          <a:effectLst/>
                          <a:latin typeface="Aptos Narrow" panose="020B0004020202020204" pitchFamily="34" charset="0"/>
                        </a:rPr>
                        <a:t>10</a:t>
                      </a:r>
                    </a:p>
                  </a:txBody>
                  <a:tcPr marL="7620" marR="7620" marT="7620" marB="0"/>
                </a:tc>
                <a:tc>
                  <a:txBody>
                    <a:bodyPr/>
                    <a:lstStyle/>
                    <a:p>
                      <a:pPr algn="r" fontAlgn="t">
                        <a:buNone/>
                      </a:pPr>
                      <a:r>
                        <a:rPr lang="en-US" sz="1100" b="0" i="0" u="none" strike="noStrike" dirty="0">
                          <a:solidFill>
                            <a:srgbClr val="000000"/>
                          </a:solidFill>
                          <a:effectLst/>
                          <a:latin typeface="Aptos Narrow" panose="020B0004020202020204" pitchFamily="34" charset="0"/>
                        </a:rPr>
                        <a:t>25</a:t>
                      </a:r>
                    </a:p>
                  </a:txBody>
                  <a:tcPr marL="7620" marR="7620" marT="7620" marB="0"/>
                </a:tc>
                <a:extLst>
                  <a:ext uri="{0D108BD9-81ED-4DB2-BD59-A6C34878D82A}">
                    <a16:rowId xmlns:a16="http://schemas.microsoft.com/office/drawing/2014/main" val="89972816"/>
                  </a:ext>
                </a:extLst>
              </a:tr>
              <a:tr h="370840">
                <a:tc>
                  <a:txBody>
                    <a:bodyPr/>
                    <a:lstStyle/>
                    <a:p>
                      <a:r>
                        <a:rPr lang="en-US" sz="1200" dirty="0"/>
                        <a:t>Total Scoring:</a:t>
                      </a:r>
                    </a:p>
                  </a:txBody>
                  <a:tcPr/>
                </a:tc>
                <a:tc>
                  <a:txBody>
                    <a:bodyPr/>
                    <a:lstStyle/>
                    <a:p>
                      <a:r>
                        <a:rPr lang="en-US" sz="1200" dirty="0"/>
                        <a:t>100</a:t>
                      </a:r>
                    </a:p>
                  </a:txBody>
                  <a:tcPr/>
                </a:tc>
                <a:tc>
                  <a:txBody>
                    <a:bodyPr/>
                    <a:lstStyle/>
                    <a:p>
                      <a:pPr algn="r"/>
                      <a:r>
                        <a:rPr lang="en-US" sz="1200" dirty="0"/>
                        <a:t>74</a:t>
                      </a:r>
                    </a:p>
                  </a:txBody>
                  <a:tcPr/>
                </a:tc>
                <a:tc>
                  <a:txBody>
                    <a:bodyPr/>
                    <a:lstStyle/>
                    <a:p>
                      <a:pPr algn="r" fontAlgn="t">
                        <a:buNone/>
                      </a:pPr>
                      <a:r>
                        <a:rPr lang="en-US" sz="1100" b="0" i="0" u="none" strike="noStrike" dirty="0">
                          <a:solidFill>
                            <a:srgbClr val="000000"/>
                          </a:solidFill>
                          <a:effectLst/>
                          <a:latin typeface="Aptos Narrow" panose="020B0004020202020204" pitchFamily="34" charset="0"/>
                        </a:rPr>
                        <a:t>78</a:t>
                      </a:r>
                    </a:p>
                  </a:txBody>
                  <a:tcPr marL="7620" marR="7620" marT="7620" marB="0"/>
                </a:tc>
                <a:tc>
                  <a:txBody>
                    <a:bodyPr/>
                    <a:lstStyle/>
                    <a:p>
                      <a:pPr algn="r" fontAlgn="t">
                        <a:buNone/>
                      </a:pPr>
                      <a:r>
                        <a:rPr lang="en-US" sz="1100" b="0" i="0" u="none" strike="noStrike" dirty="0">
                          <a:solidFill>
                            <a:srgbClr val="000000"/>
                          </a:solidFill>
                          <a:effectLst/>
                          <a:latin typeface="Aptos Narrow" panose="020B0004020202020204" pitchFamily="34" charset="0"/>
                        </a:rPr>
                        <a:t>95</a:t>
                      </a:r>
                    </a:p>
                  </a:txBody>
                  <a:tcPr marL="7620" marR="7620" marT="7620" marB="0"/>
                </a:tc>
                <a:extLst>
                  <a:ext uri="{0D108BD9-81ED-4DB2-BD59-A6C34878D82A}">
                    <a16:rowId xmlns:a16="http://schemas.microsoft.com/office/drawing/2014/main" val="421341257"/>
                  </a:ext>
                </a:extLst>
              </a:tr>
              <a:tr h="370840">
                <a:tc>
                  <a:txBody>
                    <a:bodyPr/>
                    <a:lstStyle/>
                    <a:p>
                      <a:r>
                        <a:rPr lang="en-US" sz="1200" dirty="0"/>
                        <a:t>////////////////////</a:t>
                      </a:r>
                    </a:p>
                  </a:txBody>
                  <a:tcPr/>
                </a:tc>
                <a:tc>
                  <a:txBody>
                    <a:bodyPr/>
                    <a:lstStyle/>
                    <a:p>
                      <a:r>
                        <a:rPr lang="en-US" sz="1200" dirty="0"/>
                        <a:t>////////////////////////</a:t>
                      </a:r>
                    </a:p>
                  </a:txBody>
                  <a:tcPr/>
                </a:tc>
                <a:tc>
                  <a:txBody>
                    <a:bodyPr/>
                    <a:lstStyle/>
                    <a:p>
                      <a:pPr algn="r"/>
                      <a:r>
                        <a:rPr lang="en-US" sz="1200" dirty="0"/>
                        <a:t>///////////////////////</a:t>
                      </a:r>
                    </a:p>
                  </a:txBody>
                  <a:tcPr/>
                </a:tc>
                <a:tc>
                  <a:txBody>
                    <a:bodyPr/>
                    <a:lstStyle/>
                    <a:p>
                      <a:pPr algn="r" fontAlgn="t">
                        <a:buNone/>
                      </a:pPr>
                      <a:r>
                        <a:rPr lang="en-US" sz="1100" dirty="0"/>
                        <a:t>//////////</a:t>
                      </a:r>
                      <a:endParaRPr lang="en-US" sz="1100" b="0" i="0" u="none" strike="noStrike" dirty="0">
                        <a:solidFill>
                          <a:srgbClr val="000000"/>
                        </a:solidFill>
                        <a:effectLst/>
                        <a:latin typeface="Aptos Narrow" panose="020B0004020202020204" pitchFamily="34" charset="0"/>
                      </a:endParaRPr>
                    </a:p>
                  </a:txBody>
                  <a:tcPr marL="7620" marR="7620" marT="7620" marB="0"/>
                </a:tc>
                <a:tc>
                  <a:txBody>
                    <a:bodyPr/>
                    <a:lstStyle/>
                    <a:p>
                      <a:pPr algn="r" fontAlgn="t">
                        <a:buNone/>
                      </a:pPr>
                      <a:r>
                        <a:rPr lang="en-US" sz="1100" dirty="0"/>
                        <a:t>///////////////////</a:t>
                      </a:r>
                      <a:endParaRPr lang="en-US" sz="1100" b="0" i="0" u="none" strike="noStrike" dirty="0">
                        <a:solidFill>
                          <a:srgbClr val="000000"/>
                        </a:solidFill>
                        <a:effectLst/>
                        <a:latin typeface="Aptos Narrow" panose="020B0004020202020204" pitchFamily="34" charset="0"/>
                      </a:endParaRPr>
                    </a:p>
                  </a:txBody>
                  <a:tcPr marL="7620" marR="7620" marT="7620" marB="0"/>
                </a:tc>
                <a:extLst>
                  <a:ext uri="{0D108BD9-81ED-4DB2-BD59-A6C34878D82A}">
                    <a16:rowId xmlns:a16="http://schemas.microsoft.com/office/drawing/2014/main" val="387553721"/>
                  </a:ext>
                </a:extLst>
              </a:tr>
            </a:tbl>
          </a:graphicData>
        </a:graphic>
      </p:graphicFrame>
      <p:sp>
        <p:nvSpPr>
          <p:cNvPr id="4" name="Slide Number Placeholder 3">
            <a:extLst>
              <a:ext uri="{FF2B5EF4-FFF2-40B4-BE49-F238E27FC236}">
                <a16:creationId xmlns:a16="http://schemas.microsoft.com/office/drawing/2014/main" id="{47D7FC30-E01B-D9B2-975B-91E7548EDFD7}"/>
              </a:ext>
            </a:extLst>
          </p:cNvPr>
          <p:cNvSpPr>
            <a:spLocks noGrp="1"/>
          </p:cNvSpPr>
          <p:nvPr>
            <p:ph type="sldNum" sz="quarter" idx="12"/>
          </p:nvPr>
        </p:nvSpPr>
        <p:spPr/>
        <p:txBody>
          <a:bodyPr/>
          <a:lstStyle/>
          <a:p>
            <a:fld id="{5632AF9C-16F3-42A0-B9C1-C9AB0793823B}" type="slidenum">
              <a:rPr lang="en-US" smtClean="0"/>
              <a:t>10</a:t>
            </a:fld>
            <a:endParaRPr lang="en-US"/>
          </a:p>
        </p:txBody>
      </p:sp>
    </p:spTree>
    <p:extLst>
      <p:ext uri="{BB962C8B-B14F-4D97-AF65-F5344CB8AC3E}">
        <p14:creationId xmlns:p14="http://schemas.microsoft.com/office/powerpoint/2010/main" val="14712248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3C412-403A-748C-D465-21D9BA1A6B45}"/>
              </a:ext>
            </a:extLst>
          </p:cNvPr>
          <p:cNvSpPr>
            <a:spLocks noGrp="1"/>
          </p:cNvSpPr>
          <p:nvPr>
            <p:ph type="title"/>
          </p:nvPr>
        </p:nvSpPr>
        <p:spPr/>
        <p:txBody>
          <a:bodyPr>
            <a:normAutofit fontScale="90000"/>
          </a:bodyPr>
          <a:lstStyle/>
          <a:p>
            <a:r>
              <a:rPr lang="en-US" dirty="0"/>
              <a:t>Robot Claw with Metal Servo for Arduino/Raspberry Pi/</a:t>
            </a:r>
            <a:r>
              <a:rPr lang="en-US" dirty="0" err="1"/>
              <a:t>Microbit</a:t>
            </a:r>
            <a:r>
              <a:rPr lang="en-US" dirty="0"/>
              <a:t> DIY score(74)</a:t>
            </a:r>
          </a:p>
        </p:txBody>
      </p:sp>
      <p:sp>
        <p:nvSpPr>
          <p:cNvPr id="3" name="Content Placeholder 2">
            <a:extLst>
              <a:ext uri="{FF2B5EF4-FFF2-40B4-BE49-F238E27FC236}">
                <a16:creationId xmlns:a16="http://schemas.microsoft.com/office/drawing/2014/main" id="{A23FF08C-E619-07D6-E6B5-B52160A7A9EC}"/>
              </a:ext>
            </a:extLst>
          </p:cNvPr>
          <p:cNvSpPr>
            <a:spLocks noGrp="1"/>
          </p:cNvSpPr>
          <p:nvPr>
            <p:ph idx="1"/>
          </p:nvPr>
        </p:nvSpPr>
        <p:spPr/>
        <p:txBody>
          <a:bodyPr/>
          <a:lstStyle/>
          <a:p>
            <a:r>
              <a:rPr lang="en-US" dirty="0"/>
              <a:t>Pros: This design comes with its own motor type and explicitly sates the desired compatibility listed in the Criteria Matrix. In addition, all part files for 3-d printing and documentation of specs are included as well insuring fast assembly and easy integration with our current drone design.</a:t>
            </a:r>
          </a:p>
          <a:p>
            <a:endParaRPr lang="en-US" dirty="0"/>
          </a:p>
          <a:p>
            <a:r>
              <a:rPr lang="en-US" dirty="0"/>
              <a:t>Cons: The design in practice however seems to have a hard time dealing with surface friction, creating lots of extra resistance to the mechanical action of opening and closing. We’d need to test possible customizations if necessary to reduce friction between the moving parts.</a:t>
            </a:r>
          </a:p>
          <a:p>
            <a:r>
              <a:rPr lang="en-US" dirty="0"/>
              <a:t>Reff(1)</a:t>
            </a:r>
          </a:p>
        </p:txBody>
      </p:sp>
      <p:sp>
        <p:nvSpPr>
          <p:cNvPr id="4" name="Slide Number Placeholder 3">
            <a:extLst>
              <a:ext uri="{FF2B5EF4-FFF2-40B4-BE49-F238E27FC236}">
                <a16:creationId xmlns:a16="http://schemas.microsoft.com/office/drawing/2014/main" id="{FBE9E298-8DC5-15B7-E9CF-C2467010C650}"/>
              </a:ext>
            </a:extLst>
          </p:cNvPr>
          <p:cNvSpPr>
            <a:spLocks noGrp="1"/>
          </p:cNvSpPr>
          <p:nvPr>
            <p:ph type="sldNum" sz="quarter" idx="12"/>
          </p:nvPr>
        </p:nvSpPr>
        <p:spPr/>
        <p:txBody>
          <a:bodyPr/>
          <a:lstStyle/>
          <a:p>
            <a:fld id="{5632AF9C-16F3-42A0-B9C1-C9AB0793823B}" type="slidenum">
              <a:rPr lang="en-US" smtClean="0"/>
              <a:t>11</a:t>
            </a:fld>
            <a:endParaRPr lang="en-US"/>
          </a:p>
        </p:txBody>
      </p:sp>
    </p:spTree>
    <p:extLst>
      <p:ext uri="{BB962C8B-B14F-4D97-AF65-F5344CB8AC3E}">
        <p14:creationId xmlns:p14="http://schemas.microsoft.com/office/powerpoint/2010/main" val="26279857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9A517D76-CE12-47A5-BD95-9A8F05070B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14" name="Freeform 5">
              <a:extLst>
                <a:ext uri="{FF2B5EF4-FFF2-40B4-BE49-F238E27FC236}">
                  <a16:creationId xmlns:a16="http://schemas.microsoft.com/office/drawing/2014/main" id="{A2F2F994-D93C-4552-B9AD-DA9E8C94BF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 name="Freeform 6">
              <a:extLst>
                <a:ext uri="{FF2B5EF4-FFF2-40B4-BE49-F238E27FC236}">
                  <a16:creationId xmlns:a16="http://schemas.microsoft.com/office/drawing/2014/main" id="{502B8064-B713-4DB8-AC36-3E576B348A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 name="Freeform 7">
              <a:extLst>
                <a:ext uri="{FF2B5EF4-FFF2-40B4-BE49-F238E27FC236}">
                  <a16:creationId xmlns:a16="http://schemas.microsoft.com/office/drawing/2014/main" id="{1D700A84-AE55-4EDE-A656-62806F504E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 name="Freeform 8">
              <a:extLst>
                <a:ext uri="{FF2B5EF4-FFF2-40B4-BE49-F238E27FC236}">
                  <a16:creationId xmlns:a16="http://schemas.microsoft.com/office/drawing/2014/main" id="{E04FC3D0-B839-4900-B5C8-86C794457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8" name="Freeform 9">
              <a:extLst>
                <a:ext uri="{FF2B5EF4-FFF2-40B4-BE49-F238E27FC236}">
                  <a16:creationId xmlns:a16="http://schemas.microsoft.com/office/drawing/2014/main" id="{731A8D63-72B9-496F-BB43-DDD90FC7E2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 name="Freeform 10">
              <a:extLst>
                <a:ext uri="{FF2B5EF4-FFF2-40B4-BE49-F238E27FC236}">
                  <a16:creationId xmlns:a16="http://schemas.microsoft.com/office/drawing/2014/main" id="{5B167ED7-B36F-4DDE-B273-7A309BD0F7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 name="Freeform 11">
              <a:extLst>
                <a:ext uri="{FF2B5EF4-FFF2-40B4-BE49-F238E27FC236}">
                  <a16:creationId xmlns:a16="http://schemas.microsoft.com/office/drawing/2014/main" id="{1178D32B-E32A-4691-84EB-5FE693D3B1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1" name="Freeform 12">
              <a:extLst>
                <a:ext uri="{FF2B5EF4-FFF2-40B4-BE49-F238E27FC236}">
                  <a16:creationId xmlns:a16="http://schemas.microsoft.com/office/drawing/2014/main" id="{AB800FF0-63F8-4B30-96F4-E9601D0267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 name="Freeform 13">
              <a:extLst>
                <a:ext uri="{FF2B5EF4-FFF2-40B4-BE49-F238E27FC236}">
                  <a16:creationId xmlns:a16="http://schemas.microsoft.com/office/drawing/2014/main" id="{A4616F81-02F6-4A18-949C-FB6CBA200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 name="Freeform 14">
              <a:extLst>
                <a:ext uri="{FF2B5EF4-FFF2-40B4-BE49-F238E27FC236}">
                  <a16:creationId xmlns:a16="http://schemas.microsoft.com/office/drawing/2014/main" id="{D31D2123-B363-42F3-8A04-43048C7BAC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 name="Freeform 15">
              <a:extLst>
                <a:ext uri="{FF2B5EF4-FFF2-40B4-BE49-F238E27FC236}">
                  <a16:creationId xmlns:a16="http://schemas.microsoft.com/office/drawing/2014/main" id="{C60973D3-0B9D-465C-8FD3-266BBA49ED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 name="Freeform 16">
              <a:extLst>
                <a:ext uri="{FF2B5EF4-FFF2-40B4-BE49-F238E27FC236}">
                  <a16:creationId xmlns:a16="http://schemas.microsoft.com/office/drawing/2014/main" id="{C6655AC3-A1D6-4A0B-861F-F94CB5F0D1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 name="Freeform 17">
              <a:extLst>
                <a:ext uri="{FF2B5EF4-FFF2-40B4-BE49-F238E27FC236}">
                  <a16:creationId xmlns:a16="http://schemas.microsoft.com/office/drawing/2014/main" id="{E8850C4A-AFA5-499E-8E1C-176A59C88B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 name="Freeform 18">
              <a:extLst>
                <a:ext uri="{FF2B5EF4-FFF2-40B4-BE49-F238E27FC236}">
                  <a16:creationId xmlns:a16="http://schemas.microsoft.com/office/drawing/2014/main" id="{8C06F8D4-97B5-4836-AD19-2151421B03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 name="Freeform 19">
              <a:extLst>
                <a:ext uri="{FF2B5EF4-FFF2-40B4-BE49-F238E27FC236}">
                  <a16:creationId xmlns:a16="http://schemas.microsoft.com/office/drawing/2014/main" id="{89A2942D-1C1B-4AFF-9818-DA7B73EA48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 name="Freeform 20">
              <a:extLst>
                <a:ext uri="{FF2B5EF4-FFF2-40B4-BE49-F238E27FC236}">
                  <a16:creationId xmlns:a16="http://schemas.microsoft.com/office/drawing/2014/main" id="{2B61C5D3-5852-403F-B4BA-A64B933120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0" name="Freeform 21">
              <a:extLst>
                <a:ext uri="{FF2B5EF4-FFF2-40B4-BE49-F238E27FC236}">
                  <a16:creationId xmlns:a16="http://schemas.microsoft.com/office/drawing/2014/main" id="{EF62A1A7-26C1-4804-93CB-A07F356CA3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1" name="Freeform 22">
              <a:extLst>
                <a:ext uri="{FF2B5EF4-FFF2-40B4-BE49-F238E27FC236}">
                  <a16:creationId xmlns:a16="http://schemas.microsoft.com/office/drawing/2014/main" id="{490A1082-3E3A-4C61-9613-910BB024AD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2" name="Freeform 23">
              <a:extLst>
                <a:ext uri="{FF2B5EF4-FFF2-40B4-BE49-F238E27FC236}">
                  <a16:creationId xmlns:a16="http://schemas.microsoft.com/office/drawing/2014/main" id="{5F452D69-A1DB-4A06-B933-896AED8619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34" name="Group 33">
            <a:extLst>
              <a:ext uri="{FF2B5EF4-FFF2-40B4-BE49-F238E27FC236}">
                <a16:creationId xmlns:a16="http://schemas.microsoft.com/office/drawing/2014/main" id="{445D6626-A6F2-4475-922C-BE42D3365F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69293" y="1186483"/>
            <a:ext cx="8848345" cy="4477933"/>
            <a:chOff x="1669293" y="1186483"/>
            <a:chExt cx="8848345" cy="4477933"/>
          </a:xfrm>
        </p:grpSpPr>
        <p:sp>
          <p:nvSpPr>
            <p:cNvPr id="35" name="Rectangle 34">
              <a:extLst>
                <a:ext uri="{FF2B5EF4-FFF2-40B4-BE49-F238E27FC236}">
                  <a16:creationId xmlns:a16="http://schemas.microsoft.com/office/drawing/2014/main" id="{0ECFEB13-5D98-43DB-8DFF-78327AE138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6" name="Isosceles Triangle 35">
              <a:extLst>
                <a:ext uri="{FF2B5EF4-FFF2-40B4-BE49-F238E27FC236}">
                  <a16:creationId xmlns:a16="http://schemas.microsoft.com/office/drawing/2014/main" id="{29DA4AFD-8D10-4660-A842-40F4D14347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7" name="Rectangle 36">
              <a:extLst>
                <a:ext uri="{FF2B5EF4-FFF2-40B4-BE49-F238E27FC236}">
                  <a16:creationId xmlns:a16="http://schemas.microsoft.com/office/drawing/2014/main" id="{F2DBAFF0-48F5-43BB-87C6-CE56A16B63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39" name="Rectangle 38">
            <a:extLst>
              <a:ext uri="{FF2B5EF4-FFF2-40B4-BE49-F238E27FC236}">
                <a16:creationId xmlns:a16="http://schemas.microsoft.com/office/drawing/2014/main" id="{A3BAF07C-C39E-42EB-BB22-8D46691D97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3061" cy="68692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 name="Group 40">
            <a:extLst>
              <a:ext uri="{FF2B5EF4-FFF2-40B4-BE49-F238E27FC236}">
                <a16:creationId xmlns:a16="http://schemas.microsoft.com/office/drawing/2014/main" id="{D8E9CF54-0466-4261-9E62-0249E60E188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42" name="Freeform 5">
              <a:extLst>
                <a:ext uri="{FF2B5EF4-FFF2-40B4-BE49-F238E27FC236}">
                  <a16:creationId xmlns:a16="http://schemas.microsoft.com/office/drawing/2014/main" id="{33E32106-E8B1-4F76-9EE6-58537738A3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3" name="Freeform 6">
              <a:extLst>
                <a:ext uri="{FF2B5EF4-FFF2-40B4-BE49-F238E27FC236}">
                  <a16:creationId xmlns:a16="http://schemas.microsoft.com/office/drawing/2014/main" id="{C32C2C46-A045-44FB-8A74-5EBD650C2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4" name="Freeform 7">
              <a:extLst>
                <a:ext uri="{FF2B5EF4-FFF2-40B4-BE49-F238E27FC236}">
                  <a16:creationId xmlns:a16="http://schemas.microsoft.com/office/drawing/2014/main" id="{6A76F79C-6683-4940-BCF7-4BCCCEE406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 name="Freeform 8">
              <a:extLst>
                <a:ext uri="{FF2B5EF4-FFF2-40B4-BE49-F238E27FC236}">
                  <a16:creationId xmlns:a16="http://schemas.microsoft.com/office/drawing/2014/main" id="{FF4675A3-6D07-4B1F-9BFC-AEBEA1AD06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 name="Freeform 9">
              <a:extLst>
                <a:ext uri="{FF2B5EF4-FFF2-40B4-BE49-F238E27FC236}">
                  <a16:creationId xmlns:a16="http://schemas.microsoft.com/office/drawing/2014/main" id="{765E127A-B6B7-4B1D-B7BD-6C8C969D29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 name="Freeform 10">
              <a:extLst>
                <a:ext uri="{FF2B5EF4-FFF2-40B4-BE49-F238E27FC236}">
                  <a16:creationId xmlns:a16="http://schemas.microsoft.com/office/drawing/2014/main" id="{3BCA9D9E-C72C-4751-BFA9-10B85CACE3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 name="Freeform 11">
              <a:extLst>
                <a:ext uri="{FF2B5EF4-FFF2-40B4-BE49-F238E27FC236}">
                  <a16:creationId xmlns:a16="http://schemas.microsoft.com/office/drawing/2014/main" id="{080C708C-69BF-441B-AB75-C98160ED06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 name="Freeform 12">
              <a:extLst>
                <a:ext uri="{FF2B5EF4-FFF2-40B4-BE49-F238E27FC236}">
                  <a16:creationId xmlns:a16="http://schemas.microsoft.com/office/drawing/2014/main" id="{3E79964E-F8F1-4763-8892-7BC3DAE306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 name="Freeform 13">
              <a:extLst>
                <a:ext uri="{FF2B5EF4-FFF2-40B4-BE49-F238E27FC236}">
                  <a16:creationId xmlns:a16="http://schemas.microsoft.com/office/drawing/2014/main" id="{FE09592A-FCC9-4AE5-BA0B-730C6F3BBE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1" name="Freeform 14">
              <a:extLst>
                <a:ext uri="{FF2B5EF4-FFF2-40B4-BE49-F238E27FC236}">
                  <a16:creationId xmlns:a16="http://schemas.microsoft.com/office/drawing/2014/main" id="{96448994-820C-4BC1-ABF3-4579C6F99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 name="Freeform 15">
              <a:extLst>
                <a:ext uri="{FF2B5EF4-FFF2-40B4-BE49-F238E27FC236}">
                  <a16:creationId xmlns:a16="http://schemas.microsoft.com/office/drawing/2014/main" id="{9BB0D192-565A-42B9-B292-CC032D71A6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 name="Freeform 16">
              <a:extLst>
                <a:ext uri="{FF2B5EF4-FFF2-40B4-BE49-F238E27FC236}">
                  <a16:creationId xmlns:a16="http://schemas.microsoft.com/office/drawing/2014/main" id="{6D1CA09C-5F40-4E92-A7E9-D1FCEE5128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 name="Freeform 17">
              <a:extLst>
                <a:ext uri="{FF2B5EF4-FFF2-40B4-BE49-F238E27FC236}">
                  <a16:creationId xmlns:a16="http://schemas.microsoft.com/office/drawing/2014/main" id="{379F5AA5-2E14-4880-A5A6-07AEF2AD8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 name="Freeform 18">
              <a:extLst>
                <a:ext uri="{FF2B5EF4-FFF2-40B4-BE49-F238E27FC236}">
                  <a16:creationId xmlns:a16="http://schemas.microsoft.com/office/drawing/2014/main" id="{EF14BD32-D239-4DA3-98B3-7752073657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 name="Freeform 19">
              <a:extLst>
                <a:ext uri="{FF2B5EF4-FFF2-40B4-BE49-F238E27FC236}">
                  <a16:creationId xmlns:a16="http://schemas.microsoft.com/office/drawing/2014/main" id="{CF07B250-E5E4-4624-9BD7-8D513A67B7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 name="Freeform 20">
              <a:extLst>
                <a:ext uri="{FF2B5EF4-FFF2-40B4-BE49-F238E27FC236}">
                  <a16:creationId xmlns:a16="http://schemas.microsoft.com/office/drawing/2014/main" id="{BCC5D120-7C8C-4290-865C-4EE6E4F245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 name="Freeform 21">
              <a:extLst>
                <a:ext uri="{FF2B5EF4-FFF2-40B4-BE49-F238E27FC236}">
                  <a16:creationId xmlns:a16="http://schemas.microsoft.com/office/drawing/2014/main" id="{C24688C6-CAE5-4EF2-B2BA-A138DA0A24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 name="Freeform 22">
              <a:extLst>
                <a:ext uri="{FF2B5EF4-FFF2-40B4-BE49-F238E27FC236}">
                  <a16:creationId xmlns:a16="http://schemas.microsoft.com/office/drawing/2014/main" id="{6BD31099-7C13-4901-A04F-632B1CD846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 name="Freeform 23">
              <a:extLst>
                <a:ext uri="{FF2B5EF4-FFF2-40B4-BE49-F238E27FC236}">
                  <a16:creationId xmlns:a16="http://schemas.microsoft.com/office/drawing/2014/main" id="{679F5FF7-82B2-4033-8FBE-63170C9378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 name="Title 1">
            <a:extLst>
              <a:ext uri="{FF2B5EF4-FFF2-40B4-BE49-F238E27FC236}">
                <a16:creationId xmlns:a16="http://schemas.microsoft.com/office/drawing/2014/main" id="{07C46D86-F34C-6A4F-97F5-32DA22E57064}"/>
              </a:ext>
            </a:extLst>
          </p:cNvPr>
          <p:cNvSpPr>
            <a:spLocks noGrp="1"/>
          </p:cNvSpPr>
          <p:nvPr>
            <p:ph type="title"/>
          </p:nvPr>
        </p:nvSpPr>
        <p:spPr>
          <a:xfrm>
            <a:off x="1378425" y="5199797"/>
            <a:ext cx="9435152" cy="789673"/>
          </a:xfrm>
        </p:spPr>
        <p:txBody>
          <a:bodyPr vert="horz" lIns="228600" tIns="228600" rIns="228600" bIns="0" rtlCol="0" anchor="ctr">
            <a:normAutofit/>
          </a:bodyPr>
          <a:lstStyle/>
          <a:p>
            <a:pPr>
              <a:lnSpc>
                <a:spcPct val="80000"/>
              </a:lnSpc>
            </a:pPr>
            <a:r>
              <a:rPr lang="en-US">
                <a:solidFill>
                  <a:schemeClr val="bg1"/>
                </a:solidFill>
              </a:rPr>
              <a:t>Material List and Approximate Cost</a:t>
            </a:r>
          </a:p>
        </p:txBody>
      </p:sp>
      <p:sp>
        <p:nvSpPr>
          <p:cNvPr id="62" name="Freeform: Shape 61">
            <a:extLst>
              <a:ext uri="{FF2B5EF4-FFF2-40B4-BE49-F238E27FC236}">
                <a16:creationId xmlns:a16="http://schemas.microsoft.com/office/drawing/2014/main" id="{A7795DFA-888F-47E2-B44E-DE1D3B3E46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5058957"/>
          </a:xfrm>
          <a:custGeom>
            <a:avLst/>
            <a:gdLst>
              <a:gd name="connsiteX0" fmla="*/ 0 w 12192000"/>
              <a:gd name="connsiteY0" fmla="*/ 0 h 5058957"/>
              <a:gd name="connsiteX1" fmla="*/ 12192000 w 12192000"/>
              <a:gd name="connsiteY1" fmla="*/ 0 h 5058957"/>
              <a:gd name="connsiteX2" fmla="*/ 12192000 w 12192000"/>
              <a:gd name="connsiteY2" fmla="*/ 259692 h 5058957"/>
              <a:gd name="connsiteX3" fmla="*/ 12192000 w 12192000"/>
              <a:gd name="connsiteY3" fmla="*/ 3542069 h 5058957"/>
              <a:gd name="connsiteX4" fmla="*/ 12192000 w 12192000"/>
              <a:gd name="connsiteY4" fmla="*/ 3734194 h 5058957"/>
              <a:gd name="connsiteX5" fmla="*/ 12192000 w 12192000"/>
              <a:gd name="connsiteY5" fmla="*/ 4710012 h 5058957"/>
              <a:gd name="connsiteX6" fmla="*/ 12113803 w 12192000"/>
              <a:gd name="connsiteY6" fmla="*/ 4718295 h 5058957"/>
              <a:gd name="connsiteX7" fmla="*/ 6753597 w 12192000"/>
              <a:gd name="connsiteY7" fmla="*/ 5041852 h 5058957"/>
              <a:gd name="connsiteX8" fmla="*/ 400746 w 12192000"/>
              <a:gd name="connsiteY8" fmla="*/ 4870509 h 5058957"/>
              <a:gd name="connsiteX9" fmla="*/ 0 w 12192000"/>
              <a:gd name="connsiteY9" fmla="*/ 4833533 h 5058957"/>
              <a:gd name="connsiteX10" fmla="*/ 0 w 12192000"/>
              <a:gd name="connsiteY10" fmla="*/ 3734194 h 5058957"/>
              <a:gd name="connsiteX11" fmla="*/ 0 w 12192000"/>
              <a:gd name="connsiteY11" fmla="*/ 3542069 h 5058957"/>
              <a:gd name="connsiteX12" fmla="*/ 0 w 12192000"/>
              <a:gd name="connsiteY12" fmla="*/ 259692 h 5058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5058957">
                <a:moveTo>
                  <a:pt x="0" y="0"/>
                </a:moveTo>
                <a:lnTo>
                  <a:pt x="12192000" y="0"/>
                </a:lnTo>
                <a:lnTo>
                  <a:pt x="12192000" y="259692"/>
                </a:lnTo>
                <a:lnTo>
                  <a:pt x="12192000" y="3542069"/>
                </a:lnTo>
                <a:lnTo>
                  <a:pt x="12192000" y="3734194"/>
                </a:lnTo>
                <a:lnTo>
                  <a:pt x="12192000" y="4710012"/>
                </a:lnTo>
                <a:lnTo>
                  <a:pt x="12113803" y="4718295"/>
                </a:lnTo>
                <a:cubicBezTo>
                  <a:pt x="10139508" y="4916244"/>
                  <a:pt x="8237152" y="5009247"/>
                  <a:pt x="6753597" y="5041852"/>
                </a:cubicBezTo>
                <a:cubicBezTo>
                  <a:pt x="4940362" y="5081701"/>
                  <a:pt x="2657278" y="5062371"/>
                  <a:pt x="400746" y="4870509"/>
                </a:cubicBezTo>
                <a:lnTo>
                  <a:pt x="0" y="4833533"/>
                </a:lnTo>
                <a:lnTo>
                  <a:pt x="0" y="3734194"/>
                </a:lnTo>
                <a:lnTo>
                  <a:pt x="0" y="3542069"/>
                </a:lnTo>
                <a:lnTo>
                  <a:pt x="0" y="259692"/>
                </a:lnTo>
                <a:close/>
              </a:path>
            </a:pathLst>
          </a:custGeom>
          <a:solidFill>
            <a:schemeClr val="bg1"/>
          </a:solidFill>
          <a:ln w="44450">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sp>
        <p:nvSpPr>
          <p:cNvPr id="4" name="Slide Number Placeholder 3">
            <a:extLst>
              <a:ext uri="{FF2B5EF4-FFF2-40B4-BE49-F238E27FC236}">
                <a16:creationId xmlns:a16="http://schemas.microsoft.com/office/drawing/2014/main" id="{F92119AA-70D6-E787-97D8-5F1E991BA00C}"/>
              </a:ext>
            </a:extLst>
          </p:cNvPr>
          <p:cNvSpPr>
            <a:spLocks noGrp="1"/>
          </p:cNvSpPr>
          <p:nvPr>
            <p:ph type="sldNum" sz="quarter" idx="12"/>
          </p:nvPr>
        </p:nvSpPr>
        <p:spPr>
          <a:xfrm>
            <a:off x="10469880" y="320040"/>
            <a:ext cx="914400" cy="320040"/>
          </a:xfrm>
        </p:spPr>
        <p:txBody>
          <a:bodyPr vert="horz" lIns="91440" tIns="45720" rIns="91440" bIns="45720" rtlCol="0" anchor="ctr">
            <a:normAutofit/>
          </a:bodyPr>
          <a:lstStyle/>
          <a:p>
            <a:pPr defTabSz="457200">
              <a:spcAft>
                <a:spcPts val="600"/>
              </a:spcAft>
            </a:pPr>
            <a:fld id="{5632AF9C-16F3-42A0-B9C1-C9AB0793823B}" type="slidenum">
              <a:rPr lang="en-US">
                <a:solidFill>
                  <a:schemeClr val="tx1"/>
                </a:solidFill>
              </a:rPr>
              <a:pPr defTabSz="457200">
                <a:spcAft>
                  <a:spcPts val="600"/>
                </a:spcAft>
              </a:pPr>
              <a:t>12</a:t>
            </a:fld>
            <a:endParaRPr lang="en-US">
              <a:solidFill>
                <a:schemeClr val="tx1"/>
              </a:solidFill>
            </a:endParaRPr>
          </a:p>
        </p:txBody>
      </p:sp>
      <p:pic>
        <p:nvPicPr>
          <p:cNvPr id="8" name="Picture 7">
            <a:extLst>
              <a:ext uri="{FF2B5EF4-FFF2-40B4-BE49-F238E27FC236}">
                <a16:creationId xmlns:a16="http://schemas.microsoft.com/office/drawing/2014/main" id="{0CF12769-1EEE-E60C-F499-F1D3D3DC3397}"/>
              </a:ext>
            </a:extLst>
          </p:cNvPr>
          <p:cNvPicPr>
            <a:picLocks noChangeAspect="1"/>
          </p:cNvPicPr>
          <p:nvPr/>
        </p:nvPicPr>
        <p:blipFill>
          <a:blip r:embed="rId2"/>
          <a:stretch>
            <a:fillRect/>
          </a:stretch>
        </p:blipFill>
        <p:spPr>
          <a:xfrm>
            <a:off x="1262782" y="612574"/>
            <a:ext cx="4057266" cy="3864547"/>
          </a:xfrm>
          <a:prstGeom prst="rect">
            <a:avLst/>
          </a:prstGeom>
        </p:spPr>
      </p:pic>
      <p:pic>
        <p:nvPicPr>
          <p:cNvPr id="6" name="Content Placeholder 5">
            <a:extLst>
              <a:ext uri="{FF2B5EF4-FFF2-40B4-BE49-F238E27FC236}">
                <a16:creationId xmlns:a16="http://schemas.microsoft.com/office/drawing/2014/main" id="{BF927400-2926-4655-AED1-C136BB7613ED}"/>
              </a:ext>
            </a:extLst>
          </p:cNvPr>
          <p:cNvPicPr>
            <a:picLocks noGrp="1" noChangeAspect="1"/>
          </p:cNvPicPr>
          <p:nvPr>
            <p:ph idx="1"/>
          </p:nvPr>
        </p:nvPicPr>
        <p:blipFill>
          <a:blip r:embed="rId3"/>
          <a:stretch>
            <a:fillRect/>
          </a:stretch>
        </p:blipFill>
        <p:spPr>
          <a:xfrm>
            <a:off x="6256867" y="1061777"/>
            <a:ext cx="5300660" cy="2994872"/>
          </a:xfrm>
          <a:prstGeom prst="rect">
            <a:avLst/>
          </a:prstGeom>
        </p:spPr>
      </p:pic>
      <p:pic>
        <p:nvPicPr>
          <p:cNvPr id="10" name="Picture 9">
            <a:extLst>
              <a:ext uri="{FF2B5EF4-FFF2-40B4-BE49-F238E27FC236}">
                <a16:creationId xmlns:a16="http://schemas.microsoft.com/office/drawing/2014/main" id="{2F1D3E3E-AFD0-7549-6F16-235DC2AE2B29}"/>
              </a:ext>
            </a:extLst>
          </p:cNvPr>
          <p:cNvPicPr>
            <a:picLocks noChangeAspect="1"/>
          </p:cNvPicPr>
          <p:nvPr/>
        </p:nvPicPr>
        <p:blipFill>
          <a:blip r:embed="rId4"/>
          <a:stretch>
            <a:fillRect/>
          </a:stretch>
        </p:blipFill>
        <p:spPr>
          <a:xfrm>
            <a:off x="5190595" y="4134081"/>
            <a:ext cx="1196444" cy="441998"/>
          </a:xfrm>
          <a:prstGeom prst="rect">
            <a:avLst/>
          </a:prstGeom>
        </p:spPr>
      </p:pic>
    </p:spTree>
    <p:extLst>
      <p:ext uri="{BB962C8B-B14F-4D97-AF65-F5344CB8AC3E}">
        <p14:creationId xmlns:p14="http://schemas.microsoft.com/office/powerpoint/2010/main" val="11782074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449BE-8720-D7FD-1D8F-9AC47ED7F230}"/>
              </a:ext>
            </a:extLst>
          </p:cNvPr>
          <p:cNvSpPr>
            <a:spLocks noGrp="1"/>
          </p:cNvSpPr>
          <p:nvPr>
            <p:ph type="title"/>
          </p:nvPr>
        </p:nvSpPr>
        <p:spPr/>
        <p:txBody>
          <a:bodyPr/>
          <a:lstStyle/>
          <a:p>
            <a:r>
              <a:rPr lang="en-US" dirty="0"/>
              <a:t>CPX Drone Claw score(78)</a:t>
            </a:r>
          </a:p>
        </p:txBody>
      </p:sp>
      <p:sp>
        <p:nvSpPr>
          <p:cNvPr id="3" name="Content Placeholder 2">
            <a:extLst>
              <a:ext uri="{FF2B5EF4-FFF2-40B4-BE49-F238E27FC236}">
                <a16:creationId xmlns:a16="http://schemas.microsoft.com/office/drawing/2014/main" id="{AA83B0DF-DDFD-1D0E-FCBC-A8CBC8D1E900}"/>
              </a:ext>
            </a:extLst>
          </p:cNvPr>
          <p:cNvSpPr>
            <a:spLocks noGrp="1"/>
          </p:cNvSpPr>
          <p:nvPr>
            <p:ph idx="1"/>
          </p:nvPr>
        </p:nvSpPr>
        <p:spPr/>
        <p:txBody>
          <a:bodyPr>
            <a:normAutofit lnSpcReduction="10000"/>
          </a:bodyPr>
          <a:lstStyle/>
          <a:p>
            <a:r>
              <a:rPr lang="en-US" dirty="0"/>
              <a:t>Pros: This design comes with a complete bill of materials and a very detailed step by step instruction manual to not only set up the drone claw but even includes a copy of the circuit diagram, code instructions used, and Fusion 360 CAD files along with a stated loading capacity of 2 lb or (990 g).</a:t>
            </a:r>
          </a:p>
          <a:p>
            <a:endParaRPr lang="en-US" dirty="0"/>
          </a:p>
          <a:p>
            <a:r>
              <a:rPr lang="en-US" dirty="0"/>
              <a:t>Cons: The setup is less straight forward and would require a longer assembly time. Additionally, we’d have to rewrite the code into python cause the instructions used a different coding language. Also, the loading capacity is fixed so if we wanted to increase the force load capacity, we’d have to make modifications and additional test runs.</a:t>
            </a:r>
          </a:p>
          <a:p>
            <a:r>
              <a:rPr lang="en-US" dirty="0"/>
              <a:t>Reff(2)</a:t>
            </a:r>
          </a:p>
          <a:p>
            <a:endParaRPr lang="en-US" dirty="0"/>
          </a:p>
        </p:txBody>
      </p:sp>
      <p:sp>
        <p:nvSpPr>
          <p:cNvPr id="4" name="Slide Number Placeholder 3">
            <a:extLst>
              <a:ext uri="{FF2B5EF4-FFF2-40B4-BE49-F238E27FC236}">
                <a16:creationId xmlns:a16="http://schemas.microsoft.com/office/drawing/2014/main" id="{67C54E4B-99B3-9CA1-883B-B3F8A925839F}"/>
              </a:ext>
            </a:extLst>
          </p:cNvPr>
          <p:cNvSpPr>
            <a:spLocks noGrp="1"/>
          </p:cNvSpPr>
          <p:nvPr>
            <p:ph type="sldNum" sz="quarter" idx="12"/>
          </p:nvPr>
        </p:nvSpPr>
        <p:spPr/>
        <p:txBody>
          <a:bodyPr/>
          <a:lstStyle/>
          <a:p>
            <a:fld id="{5632AF9C-16F3-42A0-B9C1-C9AB0793823B}" type="slidenum">
              <a:rPr lang="en-US" smtClean="0"/>
              <a:t>13</a:t>
            </a:fld>
            <a:endParaRPr lang="en-US"/>
          </a:p>
        </p:txBody>
      </p:sp>
    </p:spTree>
    <p:extLst>
      <p:ext uri="{BB962C8B-B14F-4D97-AF65-F5344CB8AC3E}">
        <p14:creationId xmlns:p14="http://schemas.microsoft.com/office/powerpoint/2010/main" val="9531929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B25466A-1933-25E3-5F3D-3B943CD0B56C}"/>
            </a:ext>
          </a:extLst>
        </p:cNvPr>
        <p:cNvGrpSpPr/>
        <p:nvPr/>
      </p:nvGrpSpPr>
      <p:grpSpPr>
        <a:xfrm>
          <a:off x="0" y="0"/>
          <a:ext cx="0" cy="0"/>
          <a:chOff x="0" y="0"/>
          <a:chExt cx="0" cy="0"/>
        </a:xfrm>
      </p:grpSpPr>
      <p:grpSp>
        <p:nvGrpSpPr>
          <p:cNvPr id="13" name="Group 12">
            <a:extLst>
              <a:ext uri="{FF2B5EF4-FFF2-40B4-BE49-F238E27FC236}">
                <a16:creationId xmlns:a16="http://schemas.microsoft.com/office/drawing/2014/main" id="{B836D5FB-32C6-CE86-6991-CE506864F4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14" name="Freeform 5">
              <a:extLst>
                <a:ext uri="{FF2B5EF4-FFF2-40B4-BE49-F238E27FC236}">
                  <a16:creationId xmlns:a16="http://schemas.microsoft.com/office/drawing/2014/main" id="{BA4EA671-BFB2-C6E7-08E7-6758A6E461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 name="Freeform 6">
              <a:extLst>
                <a:ext uri="{FF2B5EF4-FFF2-40B4-BE49-F238E27FC236}">
                  <a16:creationId xmlns:a16="http://schemas.microsoft.com/office/drawing/2014/main" id="{19C2EFD9-FBFC-E358-83DF-1C5A881471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 name="Freeform 7">
              <a:extLst>
                <a:ext uri="{FF2B5EF4-FFF2-40B4-BE49-F238E27FC236}">
                  <a16:creationId xmlns:a16="http://schemas.microsoft.com/office/drawing/2014/main" id="{B8EAECDD-9865-29A5-62C9-F3A611AC6A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 name="Freeform 8">
              <a:extLst>
                <a:ext uri="{FF2B5EF4-FFF2-40B4-BE49-F238E27FC236}">
                  <a16:creationId xmlns:a16="http://schemas.microsoft.com/office/drawing/2014/main" id="{1D4B0B23-D3EC-FF12-4E81-75307566A3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8" name="Freeform 9">
              <a:extLst>
                <a:ext uri="{FF2B5EF4-FFF2-40B4-BE49-F238E27FC236}">
                  <a16:creationId xmlns:a16="http://schemas.microsoft.com/office/drawing/2014/main" id="{19196763-2C38-D212-9E9F-0D5636A09F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 name="Freeform 10">
              <a:extLst>
                <a:ext uri="{FF2B5EF4-FFF2-40B4-BE49-F238E27FC236}">
                  <a16:creationId xmlns:a16="http://schemas.microsoft.com/office/drawing/2014/main" id="{8427B595-23D5-EAC8-363A-8B5548EF1F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 name="Freeform 11">
              <a:extLst>
                <a:ext uri="{FF2B5EF4-FFF2-40B4-BE49-F238E27FC236}">
                  <a16:creationId xmlns:a16="http://schemas.microsoft.com/office/drawing/2014/main" id="{8CE4DE60-97B0-227C-58BF-FD5CC274D9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1" name="Freeform 12">
              <a:extLst>
                <a:ext uri="{FF2B5EF4-FFF2-40B4-BE49-F238E27FC236}">
                  <a16:creationId xmlns:a16="http://schemas.microsoft.com/office/drawing/2014/main" id="{847F1D99-3F51-5178-A92C-CA3B1656B5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 name="Freeform 13">
              <a:extLst>
                <a:ext uri="{FF2B5EF4-FFF2-40B4-BE49-F238E27FC236}">
                  <a16:creationId xmlns:a16="http://schemas.microsoft.com/office/drawing/2014/main" id="{954A0970-0A9A-8828-5537-80D8F75468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 name="Freeform 14">
              <a:extLst>
                <a:ext uri="{FF2B5EF4-FFF2-40B4-BE49-F238E27FC236}">
                  <a16:creationId xmlns:a16="http://schemas.microsoft.com/office/drawing/2014/main" id="{7BE94187-F168-373D-2F76-CEDEE1A33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 name="Freeform 15">
              <a:extLst>
                <a:ext uri="{FF2B5EF4-FFF2-40B4-BE49-F238E27FC236}">
                  <a16:creationId xmlns:a16="http://schemas.microsoft.com/office/drawing/2014/main" id="{A069FBDA-A2CD-440F-65A4-AB95000474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 name="Freeform 16">
              <a:extLst>
                <a:ext uri="{FF2B5EF4-FFF2-40B4-BE49-F238E27FC236}">
                  <a16:creationId xmlns:a16="http://schemas.microsoft.com/office/drawing/2014/main" id="{A8051C59-BD38-535F-3D6C-464C393827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 name="Freeform 17">
              <a:extLst>
                <a:ext uri="{FF2B5EF4-FFF2-40B4-BE49-F238E27FC236}">
                  <a16:creationId xmlns:a16="http://schemas.microsoft.com/office/drawing/2014/main" id="{751D781F-DC11-A9A5-8320-BA37442ED6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 name="Freeform 18">
              <a:extLst>
                <a:ext uri="{FF2B5EF4-FFF2-40B4-BE49-F238E27FC236}">
                  <a16:creationId xmlns:a16="http://schemas.microsoft.com/office/drawing/2014/main" id="{1F79AA99-33BF-D4FE-9754-C2F400F725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 name="Freeform 19">
              <a:extLst>
                <a:ext uri="{FF2B5EF4-FFF2-40B4-BE49-F238E27FC236}">
                  <a16:creationId xmlns:a16="http://schemas.microsoft.com/office/drawing/2014/main" id="{C0EAEC4B-0B7C-13A9-BF7B-C1847CB68D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 name="Freeform 20">
              <a:extLst>
                <a:ext uri="{FF2B5EF4-FFF2-40B4-BE49-F238E27FC236}">
                  <a16:creationId xmlns:a16="http://schemas.microsoft.com/office/drawing/2014/main" id="{0C1FE443-0DDF-297C-8B1E-09DF95CDAB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0" name="Freeform 21">
              <a:extLst>
                <a:ext uri="{FF2B5EF4-FFF2-40B4-BE49-F238E27FC236}">
                  <a16:creationId xmlns:a16="http://schemas.microsoft.com/office/drawing/2014/main" id="{6C0B5AB2-3A86-D3A8-53A2-44A8FFE97F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1" name="Freeform 22">
              <a:extLst>
                <a:ext uri="{FF2B5EF4-FFF2-40B4-BE49-F238E27FC236}">
                  <a16:creationId xmlns:a16="http://schemas.microsoft.com/office/drawing/2014/main" id="{9B97EA53-B5F4-E99E-1190-03AF41F467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2" name="Freeform 23">
              <a:extLst>
                <a:ext uri="{FF2B5EF4-FFF2-40B4-BE49-F238E27FC236}">
                  <a16:creationId xmlns:a16="http://schemas.microsoft.com/office/drawing/2014/main" id="{7CA9A677-52DD-5F0D-A88C-8B4F8A5697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34" name="Group 33">
            <a:extLst>
              <a:ext uri="{FF2B5EF4-FFF2-40B4-BE49-F238E27FC236}">
                <a16:creationId xmlns:a16="http://schemas.microsoft.com/office/drawing/2014/main" id="{A711B58C-4464-A804-58BA-9E24FC868A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69293" y="1186483"/>
            <a:ext cx="8848345" cy="4477933"/>
            <a:chOff x="1669293" y="1186483"/>
            <a:chExt cx="8848345" cy="4477933"/>
          </a:xfrm>
        </p:grpSpPr>
        <p:sp>
          <p:nvSpPr>
            <p:cNvPr id="35" name="Rectangle 34">
              <a:extLst>
                <a:ext uri="{FF2B5EF4-FFF2-40B4-BE49-F238E27FC236}">
                  <a16:creationId xmlns:a16="http://schemas.microsoft.com/office/drawing/2014/main" id="{D3C4936D-30D6-0BE3-B2AC-BF95C75605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6" name="Isosceles Triangle 35">
              <a:extLst>
                <a:ext uri="{FF2B5EF4-FFF2-40B4-BE49-F238E27FC236}">
                  <a16:creationId xmlns:a16="http://schemas.microsoft.com/office/drawing/2014/main" id="{6589E184-161D-42D3-BB76-2D49BE0C79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7" name="Rectangle 36">
              <a:extLst>
                <a:ext uri="{FF2B5EF4-FFF2-40B4-BE49-F238E27FC236}">
                  <a16:creationId xmlns:a16="http://schemas.microsoft.com/office/drawing/2014/main" id="{E549EED9-22E9-80B0-ECAA-202BC9E018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39" name="Rectangle 38">
            <a:extLst>
              <a:ext uri="{FF2B5EF4-FFF2-40B4-BE49-F238E27FC236}">
                <a16:creationId xmlns:a16="http://schemas.microsoft.com/office/drawing/2014/main" id="{18DC1931-D499-65EC-E9C9-E59DE47FDB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3061" cy="68692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 name="Group 40">
            <a:extLst>
              <a:ext uri="{FF2B5EF4-FFF2-40B4-BE49-F238E27FC236}">
                <a16:creationId xmlns:a16="http://schemas.microsoft.com/office/drawing/2014/main" id="{CF04417D-39CD-CBF3-E6D0-3B03B6CA1B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42" name="Freeform 5">
              <a:extLst>
                <a:ext uri="{FF2B5EF4-FFF2-40B4-BE49-F238E27FC236}">
                  <a16:creationId xmlns:a16="http://schemas.microsoft.com/office/drawing/2014/main" id="{CE0095DC-55E2-C523-9FDB-DF4861048A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3" name="Freeform 6">
              <a:extLst>
                <a:ext uri="{FF2B5EF4-FFF2-40B4-BE49-F238E27FC236}">
                  <a16:creationId xmlns:a16="http://schemas.microsoft.com/office/drawing/2014/main" id="{D5CB456B-169A-6D73-0995-B87DFD2B52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4" name="Freeform 7">
              <a:extLst>
                <a:ext uri="{FF2B5EF4-FFF2-40B4-BE49-F238E27FC236}">
                  <a16:creationId xmlns:a16="http://schemas.microsoft.com/office/drawing/2014/main" id="{EF64D8B5-C210-D080-C991-C3384E0178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 name="Freeform 8">
              <a:extLst>
                <a:ext uri="{FF2B5EF4-FFF2-40B4-BE49-F238E27FC236}">
                  <a16:creationId xmlns:a16="http://schemas.microsoft.com/office/drawing/2014/main" id="{262E1A5C-2619-3DFA-9D18-9C6C748F9B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 name="Freeform 9">
              <a:extLst>
                <a:ext uri="{FF2B5EF4-FFF2-40B4-BE49-F238E27FC236}">
                  <a16:creationId xmlns:a16="http://schemas.microsoft.com/office/drawing/2014/main" id="{114807CB-6CD0-4BE6-CBB9-4EDEBEE4F2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 name="Freeform 10">
              <a:extLst>
                <a:ext uri="{FF2B5EF4-FFF2-40B4-BE49-F238E27FC236}">
                  <a16:creationId xmlns:a16="http://schemas.microsoft.com/office/drawing/2014/main" id="{1BA84C87-6518-376E-0C39-0A9EDCB495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 name="Freeform 11">
              <a:extLst>
                <a:ext uri="{FF2B5EF4-FFF2-40B4-BE49-F238E27FC236}">
                  <a16:creationId xmlns:a16="http://schemas.microsoft.com/office/drawing/2014/main" id="{0301F333-388E-471E-8B32-00BB405AEC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 name="Freeform 12">
              <a:extLst>
                <a:ext uri="{FF2B5EF4-FFF2-40B4-BE49-F238E27FC236}">
                  <a16:creationId xmlns:a16="http://schemas.microsoft.com/office/drawing/2014/main" id="{733C2700-D506-E456-DAC6-B21E5EB5EF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 name="Freeform 13">
              <a:extLst>
                <a:ext uri="{FF2B5EF4-FFF2-40B4-BE49-F238E27FC236}">
                  <a16:creationId xmlns:a16="http://schemas.microsoft.com/office/drawing/2014/main" id="{D7BA8EE7-4205-C133-70B7-8D631393C0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1" name="Freeform 14">
              <a:extLst>
                <a:ext uri="{FF2B5EF4-FFF2-40B4-BE49-F238E27FC236}">
                  <a16:creationId xmlns:a16="http://schemas.microsoft.com/office/drawing/2014/main" id="{0CA48557-9FBA-E304-5603-197C61F311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 name="Freeform 15">
              <a:extLst>
                <a:ext uri="{FF2B5EF4-FFF2-40B4-BE49-F238E27FC236}">
                  <a16:creationId xmlns:a16="http://schemas.microsoft.com/office/drawing/2014/main" id="{A623AB8E-0585-AC4A-EBEE-C90D01D0A2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 name="Freeform 16">
              <a:extLst>
                <a:ext uri="{FF2B5EF4-FFF2-40B4-BE49-F238E27FC236}">
                  <a16:creationId xmlns:a16="http://schemas.microsoft.com/office/drawing/2014/main" id="{CAE6669B-453F-12C4-1A8A-28963E1730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 name="Freeform 17">
              <a:extLst>
                <a:ext uri="{FF2B5EF4-FFF2-40B4-BE49-F238E27FC236}">
                  <a16:creationId xmlns:a16="http://schemas.microsoft.com/office/drawing/2014/main" id="{05B8085E-558D-AA61-E1F7-7CDE9AD6B0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 name="Freeform 18">
              <a:extLst>
                <a:ext uri="{FF2B5EF4-FFF2-40B4-BE49-F238E27FC236}">
                  <a16:creationId xmlns:a16="http://schemas.microsoft.com/office/drawing/2014/main" id="{A4DF3348-EF50-02BC-A8BE-6CFE00CDA5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 name="Freeform 19">
              <a:extLst>
                <a:ext uri="{FF2B5EF4-FFF2-40B4-BE49-F238E27FC236}">
                  <a16:creationId xmlns:a16="http://schemas.microsoft.com/office/drawing/2014/main" id="{83A36770-E427-25FF-F818-FDF6DC5325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 name="Freeform 20">
              <a:extLst>
                <a:ext uri="{FF2B5EF4-FFF2-40B4-BE49-F238E27FC236}">
                  <a16:creationId xmlns:a16="http://schemas.microsoft.com/office/drawing/2014/main" id="{78A2F841-F074-6D13-ED2B-C0839A26F4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 name="Freeform 21">
              <a:extLst>
                <a:ext uri="{FF2B5EF4-FFF2-40B4-BE49-F238E27FC236}">
                  <a16:creationId xmlns:a16="http://schemas.microsoft.com/office/drawing/2014/main" id="{F8824DA8-014B-E401-25CA-31B2ACA348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 name="Freeform 22">
              <a:extLst>
                <a:ext uri="{FF2B5EF4-FFF2-40B4-BE49-F238E27FC236}">
                  <a16:creationId xmlns:a16="http://schemas.microsoft.com/office/drawing/2014/main" id="{6D0094FA-CE4C-C891-5D07-55CBFFA889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 name="Freeform 23">
              <a:extLst>
                <a:ext uri="{FF2B5EF4-FFF2-40B4-BE49-F238E27FC236}">
                  <a16:creationId xmlns:a16="http://schemas.microsoft.com/office/drawing/2014/main" id="{9F3AF778-54E7-FDBA-8530-735FEB8BED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 name="Title 1">
            <a:extLst>
              <a:ext uri="{FF2B5EF4-FFF2-40B4-BE49-F238E27FC236}">
                <a16:creationId xmlns:a16="http://schemas.microsoft.com/office/drawing/2014/main" id="{E68A6506-9BBB-60EE-3785-5EEADC3EA73F}"/>
              </a:ext>
            </a:extLst>
          </p:cNvPr>
          <p:cNvSpPr>
            <a:spLocks noGrp="1"/>
          </p:cNvSpPr>
          <p:nvPr>
            <p:ph type="title"/>
          </p:nvPr>
        </p:nvSpPr>
        <p:spPr>
          <a:xfrm>
            <a:off x="1378425" y="5199797"/>
            <a:ext cx="9435152" cy="789673"/>
          </a:xfrm>
        </p:spPr>
        <p:txBody>
          <a:bodyPr vert="horz" lIns="228600" tIns="228600" rIns="228600" bIns="0" rtlCol="0" anchor="ctr">
            <a:normAutofit/>
          </a:bodyPr>
          <a:lstStyle/>
          <a:p>
            <a:pPr>
              <a:lnSpc>
                <a:spcPct val="80000"/>
              </a:lnSpc>
            </a:pPr>
            <a:r>
              <a:rPr lang="en-US">
                <a:solidFill>
                  <a:schemeClr val="bg1"/>
                </a:solidFill>
              </a:rPr>
              <a:t>Material List and Approximate Cost</a:t>
            </a:r>
          </a:p>
        </p:txBody>
      </p:sp>
      <p:sp>
        <p:nvSpPr>
          <p:cNvPr id="62" name="Freeform: Shape 61">
            <a:extLst>
              <a:ext uri="{FF2B5EF4-FFF2-40B4-BE49-F238E27FC236}">
                <a16:creationId xmlns:a16="http://schemas.microsoft.com/office/drawing/2014/main" id="{C557A31F-58FF-FB8D-814D-E3D8B070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5058957"/>
          </a:xfrm>
          <a:custGeom>
            <a:avLst/>
            <a:gdLst>
              <a:gd name="connsiteX0" fmla="*/ 0 w 12192000"/>
              <a:gd name="connsiteY0" fmla="*/ 0 h 5058957"/>
              <a:gd name="connsiteX1" fmla="*/ 12192000 w 12192000"/>
              <a:gd name="connsiteY1" fmla="*/ 0 h 5058957"/>
              <a:gd name="connsiteX2" fmla="*/ 12192000 w 12192000"/>
              <a:gd name="connsiteY2" fmla="*/ 259692 h 5058957"/>
              <a:gd name="connsiteX3" fmla="*/ 12192000 w 12192000"/>
              <a:gd name="connsiteY3" fmla="*/ 3542069 h 5058957"/>
              <a:gd name="connsiteX4" fmla="*/ 12192000 w 12192000"/>
              <a:gd name="connsiteY4" fmla="*/ 3734194 h 5058957"/>
              <a:gd name="connsiteX5" fmla="*/ 12192000 w 12192000"/>
              <a:gd name="connsiteY5" fmla="*/ 4710012 h 5058957"/>
              <a:gd name="connsiteX6" fmla="*/ 12113803 w 12192000"/>
              <a:gd name="connsiteY6" fmla="*/ 4718295 h 5058957"/>
              <a:gd name="connsiteX7" fmla="*/ 6753597 w 12192000"/>
              <a:gd name="connsiteY7" fmla="*/ 5041852 h 5058957"/>
              <a:gd name="connsiteX8" fmla="*/ 400746 w 12192000"/>
              <a:gd name="connsiteY8" fmla="*/ 4870509 h 5058957"/>
              <a:gd name="connsiteX9" fmla="*/ 0 w 12192000"/>
              <a:gd name="connsiteY9" fmla="*/ 4833533 h 5058957"/>
              <a:gd name="connsiteX10" fmla="*/ 0 w 12192000"/>
              <a:gd name="connsiteY10" fmla="*/ 3734194 h 5058957"/>
              <a:gd name="connsiteX11" fmla="*/ 0 w 12192000"/>
              <a:gd name="connsiteY11" fmla="*/ 3542069 h 5058957"/>
              <a:gd name="connsiteX12" fmla="*/ 0 w 12192000"/>
              <a:gd name="connsiteY12" fmla="*/ 259692 h 5058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5058957">
                <a:moveTo>
                  <a:pt x="0" y="0"/>
                </a:moveTo>
                <a:lnTo>
                  <a:pt x="12192000" y="0"/>
                </a:lnTo>
                <a:lnTo>
                  <a:pt x="12192000" y="259692"/>
                </a:lnTo>
                <a:lnTo>
                  <a:pt x="12192000" y="3542069"/>
                </a:lnTo>
                <a:lnTo>
                  <a:pt x="12192000" y="3734194"/>
                </a:lnTo>
                <a:lnTo>
                  <a:pt x="12192000" y="4710012"/>
                </a:lnTo>
                <a:lnTo>
                  <a:pt x="12113803" y="4718295"/>
                </a:lnTo>
                <a:cubicBezTo>
                  <a:pt x="10139508" y="4916244"/>
                  <a:pt x="8237152" y="5009247"/>
                  <a:pt x="6753597" y="5041852"/>
                </a:cubicBezTo>
                <a:cubicBezTo>
                  <a:pt x="4940362" y="5081701"/>
                  <a:pt x="2657278" y="5062371"/>
                  <a:pt x="400746" y="4870509"/>
                </a:cubicBezTo>
                <a:lnTo>
                  <a:pt x="0" y="4833533"/>
                </a:lnTo>
                <a:lnTo>
                  <a:pt x="0" y="3734194"/>
                </a:lnTo>
                <a:lnTo>
                  <a:pt x="0" y="3542069"/>
                </a:lnTo>
                <a:lnTo>
                  <a:pt x="0" y="259692"/>
                </a:lnTo>
                <a:close/>
              </a:path>
            </a:pathLst>
          </a:custGeom>
          <a:solidFill>
            <a:schemeClr val="bg1"/>
          </a:solidFill>
          <a:ln w="44450">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sp>
        <p:nvSpPr>
          <p:cNvPr id="4" name="Slide Number Placeholder 3">
            <a:extLst>
              <a:ext uri="{FF2B5EF4-FFF2-40B4-BE49-F238E27FC236}">
                <a16:creationId xmlns:a16="http://schemas.microsoft.com/office/drawing/2014/main" id="{8124E6F0-9E2A-3DA2-06D5-DFEBC0309B7E}"/>
              </a:ext>
            </a:extLst>
          </p:cNvPr>
          <p:cNvSpPr>
            <a:spLocks noGrp="1"/>
          </p:cNvSpPr>
          <p:nvPr>
            <p:ph type="sldNum" sz="quarter" idx="12"/>
          </p:nvPr>
        </p:nvSpPr>
        <p:spPr>
          <a:xfrm>
            <a:off x="10469880" y="320040"/>
            <a:ext cx="914400" cy="320040"/>
          </a:xfrm>
        </p:spPr>
        <p:txBody>
          <a:bodyPr vert="horz" lIns="91440" tIns="45720" rIns="91440" bIns="45720" rtlCol="0" anchor="ctr">
            <a:normAutofit/>
          </a:bodyPr>
          <a:lstStyle/>
          <a:p>
            <a:pPr defTabSz="457200">
              <a:spcAft>
                <a:spcPts val="600"/>
              </a:spcAft>
            </a:pPr>
            <a:fld id="{5632AF9C-16F3-42A0-B9C1-C9AB0793823B}" type="slidenum">
              <a:rPr lang="en-US">
                <a:solidFill>
                  <a:schemeClr val="tx1"/>
                </a:solidFill>
              </a:rPr>
              <a:pPr defTabSz="457200">
                <a:spcAft>
                  <a:spcPts val="600"/>
                </a:spcAft>
              </a:pPr>
              <a:t>14</a:t>
            </a:fld>
            <a:endParaRPr lang="en-US">
              <a:solidFill>
                <a:schemeClr val="tx1"/>
              </a:solidFill>
            </a:endParaRPr>
          </a:p>
        </p:txBody>
      </p:sp>
      <p:pic>
        <p:nvPicPr>
          <p:cNvPr id="3" name="20260130-2206-19.4140190">
            <a:hlinkClick r:id="" action="ppaction://media"/>
            <a:extLst>
              <a:ext uri="{FF2B5EF4-FFF2-40B4-BE49-F238E27FC236}">
                <a16:creationId xmlns:a16="http://schemas.microsoft.com/office/drawing/2014/main" id="{CF573F7F-F2CF-9318-D887-BEA50A7BE150}"/>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629176" y="712699"/>
            <a:ext cx="4419600" cy="3292475"/>
          </a:xfrm>
          <a:prstGeom prst="rect">
            <a:avLst/>
          </a:prstGeom>
        </p:spPr>
      </p:pic>
      <p:pic>
        <p:nvPicPr>
          <p:cNvPr id="7" name="Picture 6">
            <a:extLst>
              <a:ext uri="{FF2B5EF4-FFF2-40B4-BE49-F238E27FC236}">
                <a16:creationId xmlns:a16="http://schemas.microsoft.com/office/drawing/2014/main" id="{04FA8F55-30AA-DB12-A1F0-FFADB1D03746}"/>
              </a:ext>
            </a:extLst>
          </p:cNvPr>
          <p:cNvPicPr>
            <a:picLocks noChangeAspect="1"/>
          </p:cNvPicPr>
          <p:nvPr/>
        </p:nvPicPr>
        <p:blipFill>
          <a:blip r:embed="rId5"/>
          <a:stretch>
            <a:fillRect/>
          </a:stretch>
        </p:blipFill>
        <p:spPr>
          <a:xfrm>
            <a:off x="4838682" y="4313155"/>
            <a:ext cx="1577477" cy="327688"/>
          </a:xfrm>
          <a:prstGeom prst="rect">
            <a:avLst/>
          </a:prstGeom>
        </p:spPr>
      </p:pic>
      <p:pic>
        <p:nvPicPr>
          <p:cNvPr id="11" name="Picture 10">
            <a:extLst>
              <a:ext uri="{FF2B5EF4-FFF2-40B4-BE49-F238E27FC236}">
                <a16:creationId xmlns:a16="http://schemas.microsoft.com/office/drawing/2014/main" id="{783E7067-3B89-09FB-47E8-8EB24112D961}"/>
              </a:ext>
            </a:extLst>
          </p:cNvPr>
          <p:cNvPicPr>
            <a:picLocks noChangeAspect="1"/>
          </p:cNvPicPr>
          <p:nvPr/>
        </p:nvPicPr>
        <p:blipFill>
          <a:blip r:embed="rId6"/>
          <a:stretch>
            <a:fillRect/>
          </a:stretch>
        </p:blipFill>
        <p:spPr>
          <a:xfrm>
            <a:off x="6088893" y="659665"/>
            <a:ext cx="5304903" cy="3412945"/>
          </a:xfrm>
          <a:prstGeom prst="rect">
            <a:avLst/>
          </a:prstGeom>
        </p:spPr>
      </p:pic>
    </p:spTree>
    <p:extLst>
      <p:ext uri="{BB962C8B-B14F-4D97-AF65-F5344CB8AC3E}">
        <p14:creationId xmlns:p14="http://schemas.microsoft.com/office/powerpoint/2010/main" val="121304231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903"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B79D7-5209-0D39-E580-EC3741035D16}"/>
              </a:ext>
            </a:extLst>
          </p:cNvPr>
          <p:cNvSpPr>
            <a:spLocks noGrp="1"/>
          </p:cNvSpPr>
          <p:nvPr>
            <p:ph type="title"/>
          </p:nvPr>
        </p:nvSpPr>
        <p:spPr/>
        <p:txBody>
          <a:bodyPr>
            <a:normAutofit fontScale="90000"/>
          </a:bodyPr>
          <a:lstStyle/>
          <a:p>
            <a:r>
              <a:rPr lang="en-US" dirty="0"/>
              <a:t>Granular Jamming Grippers score(95)</a:t>
            </a:r>
          </a:p>
        </p:txBody>
      </p:sp>
      <p:sp>
        <p:nvSpPr>
          <p:cNvPr id="3" name="Content Placeholder 2">
            <a:extLst>
              <a:ext uri="{FF2B5EF4-FFF2-40B4-BE49-F238E27FC236}">
                <a16:creationId xmlns:a16="http://schemas.microsoft.com/office/drawing/2014/main" id="{64DAE600-9F11-BB67-4126-F3469882A44D}"/>
              </a:ext>
            </a:extLst>
          </p:cNvPr>
          <p:cNvSpPr>
            <a:spLocks noGrp="1"/>
          </p:cNvSpPr>
          <p:nvPr>
            <p:ph idx="1"/>
          </p:nvPr>
        </p:nvSpPr>
        <p:spPr/>
        <p:txBody>
          <a:bodyPr>
            <a:normAutofit lnSpcReduction="10000"/>
          </a:bodyPr>
          <a:lstStyle/>
          <a:p>
            <a:r>
              <a:rPr lang="en-US" dirty="0"/>
              <a:t>Pros: The Granular Jamming Gripper is a type of pneumatic system that incorporates a rubber gripper that uses pressure to grab, drop, and throw elements. The gripper has a grip force of about 0.661 lb or (330 g) and because of its uniform surface the grip is uniform to the deformation on impact. Also, the device is very space efficient for a Hybrid system. All specs and documentation are included.</a:t>
            </a:r>
          </a:p>
          <a:p>
            <a:pPr marL="0" indent="0">
              <a:buNone/>
            </a:pPr>
            <a:endParaRPr lang="en-US" dirty="0"/>
          </a:p>
          <a:p>
            <a:r>
              <a:rPr lang="en-US" dirty="0"/>
              <a:t>Cons: The grip force is less than half the CPX drone, so you’d be sacrificing extra carrying capacity. Another area to consider is the device is sold in parts to the price steeply varies. Also, this device is a hybrid systems with three separate mechanic systems.</a:t>
            </a:r>
          </a:p>
          <a:p>
            <a:r>
              <a:rPr lang="en-US" dirty="0"/>
              <a:t>Reff(3)</a:t>
            </a:r>
          </a:p>
          <a:p>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809C1447-D450-D03F-5178-889FA1E0F10D}"/>
              </a:ext>
            </a:extLst>
          </p:cNvPr>
          <p:cNvSpPr>
            <a:spLocks noGrp="1"/>
          </p:cNvSpPr>
          <p:nvPr>
            <p:ph type="sldNum" sz="quarter" idx="12"/>
          </p:nvPr>
        </p:nvSpPr>
        <p:spPr/>
        <p:txBody>
          <a:bodyPr/>
          <a:lstStyle/>
          <a:p>
            <a:fld id="{5632AF9C-16F3-42A0-B9C1-C9AB0793823B}" type="slidenum">
              <a:rPr lang="en-US" smtClean="0"/>
              <a:t>15</a:t>
            </a:fld>
            <a:endParaRPr lang="en-US"/>
          </a:p>
        </p:txBody>
      </p:sp>
    </p:spTree>
    <p:extLst>
      <p:ext uri="{BB962C8B-B14F-4D97-AF65-F5344CB8AC3E}">
        <p14:creationId xmlns:p14="http://schemas.microsoft.com/office/powerpoint/2010/main" val="293294571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04B411F-7140-7498-AC51-BCBD9E6C979F}"/>
            </a:ext>
          </a:extLst>
        </p:cNvPr>
        <p:cNvGrpSpPr/>
        <p:nvPr/>
      </p:nvGrpSpPr>
      <p:grpSpPr>
        <a:xfrm>
          <a:off x="0" y="0"/>
          <a:ext cx="0" cy="0"/>
          <a:chOff x="0" y="0"/>
          <a:chExt cx="0" cy="0"/>
        </a:xfrm>
      </p:grpSpPr>
      <p:grpSp>
        <p:nvGrpSpPr>
          <p:cNvPr id="13" name="Group 12">
            <a:extLst>
              <a:ext uri="{FF2B5EF4-FFF2-40B4-BE49-F238E27FC236}">
                <a16:creationId xmlns:a16="http://schemas.microsoft.com/office/drawing/2014/main" id="{27CC6DE0-3C1D-E2DC-4722-A5EB3D3726A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14" name="Freeform 5">
              <a:extLst>
                <a:ext uri="{FF2B5EF4-FFF2-40B4-BE49-F238E27FC236}">
                  <a16:creationId xmlns:a16="http://schemas.microsoft.com/office/drawing/2014/main" id="{0B1287E5-B8D5-0B6B-C403-BD9F299526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 name="Freeform 6">
              <a:extLst>
                <a:ext uri="{FF2B5EF4-FFF2-40B4-BE49-F238E27FC236}">
                  <a16:creationId xmlns:a16="http://schemas.microsoft.com/office/drawing/2014/main" id="{AD6E7CC8-9900-4F7A-29A0-0755AD73E1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 name="Freeform 7">
              <a:extLst>
                <a:ext uri="{FF2B5EF4-FFF2-40B4-BE49-F238E27FC236}">
                  <a16:creationId xmlns:a16="http://schemas.microsoft.com/office/drawing/2014/main" id="{14D3F705-243D-9F03-793A-DFC7088E65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 name="Freeform 8">
              <a:extLst>
                <a:ext uri="{FF2B5EF4-FFF2-40B4-BE49-F238E27FC236}">
                  <a16:creationId xmlns:a16="http://schemas.microsoft.com/office/drawing/2014/main" id="{9EDC1201-3E80-2B1F-EDC9-B18DBAEF8D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8" name="Freeform 9">
              <a:extLst>
                <a:ext uri="{FF2B5EF4-FFF2-40B4-BE49-F238E27FC236}">
                  <a16:creationId xmlns:a16="http://schemas.microsoft.com/office/drawing/2014/main" id="{D9C526A5-1AD0-9DFE-2B31-485FAAD6F8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 name="Freeform 10">
              <a:extLst>
                <a:ext uri="{FF2B5EF4-FFF2-40B4-BE49-F238E27FC236}">
                  <a16:creationId xmlns:a16="http://schemas.microsoft.com/office/drawing/2014/main" id="{E1B167F7-B1FA-0E8B-1C15-A355EC7B15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 name="Freeform 11">
              <a:extLst>
                <a:ext uri="{FF2B5EF4-FFF2-40B4-BE49-F238E27FC236}">
                  <a16:creationId xmlns:a16="http://schemas.microsoft.com/office/drawing/2014/main" id="{760E45EA-1446-7521-E5AF-6C8E212230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1" name="Freeform 12">
              <a:extLst>
                <a:ext uri="{FF2B5EF4-FFF2-40B4-BE49-F238E27FC236}">
                  <a16:creationId xmlns:a16="http://schemas.microsoft.com/office/drawing/2014/main" id="{7352E864-B20D-1484-A9AA-8C9AA27AF4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 name="Freeform 13">
              <a:extLst>
                <a:ext uri="{FF2B5EF4-FFF2-40B4-BE49-F238E27FC236}">
                  <a16:creationId xmlns:a16="http://schemas.microsoft.com/office/drawing/2014/main" id="{9C9DAD59-B39E-4919-1CBF-BC899ABA97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 name="Freeform 14">
              <a:extLst>
                <a:ext uri="{FF2B5EF4-FFF2-40B4-BE49-F238E27FC236}">
                  <a16:creationId xmlns:a16="http://schemas.microsoft.com/office/drawing/2014/main" id="{4A4F0D7B-A6CF-80B1-58F3-4287356FEE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 name="Freeform 15">
              <a:extLst>
                <a:ext uri="{FF2B5EF4-FFF2-40B4-BE49-F238E27FC236}">
                  <a16:creationId xmlns:a16="http://schemas.microsoft.com/office/drawing/2014/main" id="{39DF8C60-EE14-8094-EF23-9FBEF464F6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 name="Freeform 16">
              <a:extLst>
                <a:ext uri="{FF2B5EF4-FFF2-40B4-BE49-F238E27FC236}">
                  <a16:creationId xmlns:a16="http://schemas.microsoft.com/office/drawing/2014/main" id="{0DC77C4B-6CAA-5A4E-E23D-01951BCD46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 name="Freeform 17">
              <a:extLst>
                <a:ext uri="{FF2B5EF4-FFF2-40B4-BE49-F238E27FC236}">
                  <a16:creationId xmlns:a16="http://schemas.microsoft.com/office/drawing/2014/main" id="{9FBF584E-2CEF-FAC5-C25F-0AA51236DB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 name="Freeform 18">
              <a:extLst>
                <a:ext uri="{FF2B5EF4-FFF2-40B4-BE49-F238E27FC236}">
                  <a16:creationId xmlns:a16="http://schemas.microsoft.com/office/drawing/2014/main" id="{006C9DCC-A7BD-172A-A1FA-0A1A3E7806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 name="Freeform 19">
              <a:extLst>
                <a:ext uri="{FF2B5EF4-FFF2-40B4-BE49-F238E27FC236}">
                  <a16:creationId xmlns:a16="http://schemas.microsoft.com/office/drawing/2014/main" id="{AF11503A-1969-F06E-E020-8BF442585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 name="Freeform 20">
              <a:extLst>
                <a:ext uri="{FF2B5EF4-FFF2-40B4-BE49-F238E27FC236}">
                  <a16:creationId xmlns:a16="http://schemas.microsoft.com/office/drawing/2014/main" id="{F848A7E4-EF86-6DFA-D20D-08A1BA4055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0" name="Freeform 21">
              <a:extLst>
                <a:ext uri="{FF2B5EF4-FFF2-40B4-BE49-F238E27FC236}">
                  <a16:creationId xmlns:a16="http://schemas.microsoft.com/office/drawing/2014/main" id="{2744177B-1EBC-4C5B-4F23-DB839CE3AF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1" name="Freeform 22">
              <a:extLst>
                <a:ext uri="{FF2B5EF4-FFF2-40B4-BE49-F238E27FC236}">
                  <a16:creationId xmlns:a16="http://schemas.microsoft.com/office/drawing/2014/main" id="{E95E57EE-B019-3A85-5318-BF2706B01B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2" name="Freeform 23">
              <a:extLst>
                <a:ext uri="{FF2B5EF4-FFF2-40B4-BE49-F238E27FC236}">
                  <a16:creationId xmlns:a16="http://schemas.microsoft.com/office/drawing/2014/main" id="{602BD9AF-9707-F27A-489A-849AEA3965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34" name="Group 33">
            <a:extLst>
              <a:ext uri="{FF2B5EF4-FFF2-40B4-BE49-F238E27FC236}">
                <a16:creationId xmlns:a16="http://schemas.microsoft.com/office/drawing/2014/main" id="{36568F1F-2459-D880-B228-B6C1639C48B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69293" y="1186483"/>
            <a:ext cx="8848345" cy="4477933"/>
            <a:chOff x="1669293" y="1186483"/>
            <a:chExt cx="8848345" cy="4477933"/>
          </a:xfrm>
        </p:grpSpPr>
        <p:sp>
          <p:nvSpPr>
            <p:cNvPr id="35" name="Rectangle 34">
              <a:extLst>
                <a:ext uri="{FF2B5EF4-FFF2-40B4-BE49-F238E27FC236}">
                  <a16:creationId xmlns:a16="http://schemas.microsoft.com/office/drawing/2014/main" id="{5E855BE4-AC17-0273-FE33-1742BA9638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6" name="Isosceles Triangle 35">
              <a:extLst>
                <a:ext uri="{FF2B5EF4-FFF2-40B4-BE49-F238E27FC236}">
                  <a16:creationId xmlns:a16="http://schemas.microsoft.com/office/drawing/2014/main" id="{AF530C1E-1DA5-0EE5-4C89-491A90A99F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7" name="Rectangle 36">
              <a:extLst>
                <a:ext uri="{FF2B5EF4-FFF2-40B4-BE49-F238E27FC236}">
                  <a16:creationId xmlns:a16="http://schemas.microsoft.com/office/drawing/2014/main" id="{986C79F7-A8F4-A06C-1AC8-9A909F4810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39" name="Rectangle 38">
            <a:extLst>
              <a:ext uri="{FF2B5EF4-FFF2-40B4-BE49-F238E27FC236}">
                <a16:creationId xmlns:a16="http://schemas.microsoft.com/office/drawing/2014/main" id="{99EE3D1C-452F-2F06-342E-BA54429966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3061" cy="68692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 name="Group 40">
            <a:extLst>
              <a:ext uri="{FF2B5EF4-FFF2-40B4-BE49-F238E27FC236}">
                <a16:creationId xmlns:a16="http://schemas.microsoft.com/office/drawing/2014/main" id="{9D663250-099F-4EFE-36FD-8C6CD06DD18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42" name="Freeform 5">
              <a:extLst>
                <a:ext uri="{FF2B5EF4-FFF2-40B4-BE49-F238E27FC236}">
                  <a16:creationId xmlns:a16="http://schemas.microsoft.com/office/drawing/2014/main" id="{EFCA2499-2F37-6C36-6900-CC17F7CF2F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3" name="Freeform 6">
              <a:extLst>
                <a:ext uri="{FF2B5EF4-FFF2-40B4-BE49-F238E27FC236}">
                  <a16:creationId xmlns:a16="http://schemas.microsoft.com/office/drawing/2014/main" id="{CFDD9A27-4A34-04A9-6C70-3B0571136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4" name="Freeform 7">
              <a:extLst>
                <a:ext uri="{FF2B5EF4-FFF2-40B4-BE49-F238E27FC236}">
                  <a16:creationId xmlns:a16="http://schemas.microsoft.com/office/drawing/2014/main" id="{DCCA2EEA-0C73-FDB9-4B09-4C61D6740E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 name="Freeform 8">
              <a:extLst>
                <a:ext uri="{FF2B5EF4-FFF2-40B4-BE49-F238E27FC236}">
                  <a16:creationId xmlns:a16="http://schemas.microsoft.com/office/drawing/2014/main" id="{BDB865AC-C8CF-8C7F-67D2-114E7D0A71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 name="Freeform 9">
              <a:extLst>
                <a:ext uri="{FF2B5EF4-FFF2-40B4-BE49-F238E27FC236}">
                  <a16:creationId xmlns:a16="http://schemas.microsoft.com/office/drawing/2014/main" id="{8036C628-6A18-629C-0EC4-9F71C7CCAF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 name="Freeform 10">
              <a:extLst>
                <a:ext uri="{FF2B5EF4-FFF2-40B4-BE49-F238E27FC236}">
                  <a16:creationId xmlns:a16="http://schemas.microsoft.com/office/drawing/2014/main" id="{1352DD49-546F-91E0-6E20-B073248DF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 name="Freeform 11">
              <a:extLst>
                <a:ext uri="{FF2B5EF4-FFF2-40B4-BE49-F238E27FC236}">
                  <a16:creationId xmlns:a16="http://schemas.microsoft.com/office/drawing/2014/main" id="{CA42FD4B-DE80-273E-BE26-2A66761608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 name="Freeform 12">
              <a:extLst>
                <a:ext uri="{FF2B5EF4-FFF2-40B4-BE49-F238E27FC236}">
                  <a16:creationId xmlns:a16="http://schemas.microsoft.com/office/drawing/2014/main" id="{AE651788-304E-B654-64EA-C5EC86F671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 name="Freeform 13">
              <a:extLst>
                <a:ext uri="{FF2B5EF4-FFF2-40B4-BE49-F238E27FC236}">
                  <a16:creationId xmlns:a16="http://schemas.microsoft.com/office/drawing/2014/main" id="{18189D84-AFAE-03D8-F82E-F460234C2E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1" name="Freeform 14">
              <a:extLst>
                <a:ext uri="{FF2B5EF4-FFF2-40B4-BE49-F238E27FC236}">
                  <a16:creationId xmlns:a16="http://schemas.microsoft.com/office/drawing/2014/main" id="{20EA0DE7-F4A1-9ED7-C4CB-672FEB73BD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 name="Freeform 15">
              <a:extLst>
                <a:ext uri="{FF2B5EF4-FFF2-40B4-BE49-F238E27FC236}">
                  <a16:creationId xmlns:a16="http://schemas.microsoft.com/office/drawing/2014/main" id="{062AE71A-E071-4B73-5140-E9334F185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 name="Freeform 16">
              <a:extLst>
                <a:ext uri="{FF2B5EF4-FFF2-40B4-BE49-F238E27FC236}">
                  <a16:creationId xmlns:a16="http://schemas.microsoft.com/office/drawing/2014/main" id="{B7ECE497-B133-B299-7CD3-C382A52BD7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 name="Freeform 17">
              <a:extLst>
                <a:ext uri="{FF2B5EF4-FFF2-40B4-BE49-F238E27FC236}">
                  <a16:creationId xmlns:a16="http://schemas.microsoft.com/office/drawing/2014/main" id="{A3799D3B-88B1-C049-74E6-3A6B453A21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 name="Freeform 18">
              <a:extLst>
                <a:ext uri="{FF2B5EF4-FFF2-40B4-BE49-F238E27FC236}">
                  <a16:creationId xmlns:a16="http://schemas.microsoft.com/office/drawing/2014/main" id="{0BB8DDC2-12B3-C8EF-577C-796D78CC3E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 name="Freeform 19">
              <a:extLst>
                <a:ext uri="{FF2B5EF4-FFF2-40B4-BE49-F238E27FC236}">
                  <a16:creationId xmlns:a16="http://schemas.microsoft.com/office/drawing/2014/main" id="{DEE0F076-3975-E7BF-C3A2-D4714B117D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 name="Freeform 20">
              <a:extLst>
                <a:ext uri="{FF2B5EF4-FFF2-40B4-BE49-F238E27FC236}">
                  <a16:creationId xmlns:a16="http://schemas.microsoft.com/office/drawing/2014/main" id="{39B78A6C-A7B1-DD65-8A8E-FB66D46858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 name="Freeform 21">
              <a:extLst>
                <a:ext uri="{FF2B5EF4-FFF2-40B4-BE49-F238E27FC236}">
                  <a16:creationId xmlns:a16="http://schemas.microsoft.com/office/drawing/2014/main" id="{E7BB0214-82A9-0144-ECF9-C0272C3C6B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 name="Freeform 22">
              <a:extLst>
                <a:ext uri="{FF2B5EF4-FFF2-40B4-BE49-F238E27FC236}">
                  <a16:creationId xmlns:a16="http://schemas.microsoft.com/office/drawing/2014/main" id="{0BDDC47A-1B46-83CF-0206-5D42493EAD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 name="Freeform 23">
              <a:extLst>
                <a:ext uri="{FF2B5EF4-FFF2-40B4-BE49-F238E27FC236}">
                  <a16:creationId xmlns:a16="http://schemas.microsoft.com/office/drawing/2014/main" id="{06F5277C-A559-84EC-F418-01F328E689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 name="Title 1">
            <a:extLst>
              <a:ext uri="{FF2B5EF4-FFF2-40B4-BE49-F238E27FC236}">
                <a16:creationId xmlns:a16="http://schemas.microsoft.com/office/drawing/2014/main" id="{AB053772-3754-AB64-E0F2-FB62E16835E3}"/>
              </a:ext>
            </a:extLst>
          </p:cNvPr>
          <p:cNvSpPr>
            <a:spLocks noGrp="1"/>
          </p:cNvSpPr>
          <p:nvPr>
            <p:ph type="title"/>
          </p:nvPr>
        </p:nvSpPr>
        <p:spPr>
          <a:xfrm>
            <a:off x="1378425" y="5199797"/>
            <a:ext cx="9435152" cy="789673"/>
          </a:xfrm>
        </p:spPr>
        <p:txBody>
          <a:bodyPr vert="horz" lIns="228600" tIns="228600" rIns="228600" bIns="0" rtlCol="0" anchor="ctr">
            <a:normAutofit/>
          </a:bodyPr>
          <a:lstStyle/>
          <a:p>
            <a:pPr>
              <a:lnSpc>
                <a:spcPct val="80000"/>
              </a:lnSpc>
            </a:pPr>
            <a:r>
              <a:rPr lang="en-US">
                <a:solidFill>
                  <a:schemeClr val="bg1"/>
                </a:solidFill>
              </a:rPr>
              <a:t>Material List and Approximate Cost</a:t>
            </a:r>
          </a:p>
        </p:txBody>
      </p:sp>
      <p:sp>
        <p:nvSpPr>
          <p:cNvPr id="62" name="Freeform: Shape 61">
            <a:extLst>
              <a:ext uri="{FF2B5EF4-FFF2-40B4-BE49-F238E27FC236}">
                <a16:creationId xmlns:a16="http://schemas.microsoft.com/office/drawing/2014/main" id="{83700497-78C2-2B7D-F4A3-19DE01C800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5058957"/>
          </a:xfrm>
          <a:custGeom>
            <a:avLst/>
            <a:gdLst>
              <a:gd name="connsiteX0" fmla="*/ 0 w 12192000"/>
              <a:gd name="connsiteY0" fmla="*/ 0 h 5058957"/>
              <a:gd name="connsiteX1" fmla="*/ 12192000 w 12192000"/>
              <a:gd name="connsiteY1" fmla="*/ 0 h 5058957"/>
              <a:gd name="connsiteX2" fmla="*/ 12192000 w 12192000"/>
              <a:gd name="connsiteY2" fmla="*/ 259692 h 5058957"/>
              <a:gd name="connsiteX3" fmla="*/ 12192000 w 12192000"/>
              <a:gd name="connsiteY3" fmla="*/ 3542069 h 5058957"/>
              <a:gd name="connsiteX4" fmla="*/ 12192000 w 12192000"/>
              <a:gd name="connsiteY4" fmla="*/ 3734194 h 5058957"/>
              <a:gd name="connsiteX5" fmla="*/ 12192000 w 12192000"/>
              <a:gd name="connsiteY5" fmla="*/ 4710012 h 5058957"/>
              <a:gd name="connsiteX6" fmla="*/ 12113803 w 12192000"/>
              <a:gd name="connsiteY6" fmla="*/ 4718295 h 5058957"/>
              <a:gd name="connsiteX7" fmla="*/ 6753597 w 12192000"/>
              <a:gd name="connsiteY7" fmla="*/ 5041852 h 5058957"/>
              <a:gd name="connsiteX8" fmla="*/ 400746 w 12192000"/>
              <a:gd name="connsiteY8" fmla="*/ 4870509 h 5058957"/>
              <a:gd name="connsiteX9" fmla="*/ 0 w 12192000"/>
              <a:gd name="connsiteY9" fmla="*/ 4833533 h 5058957"/>
              <a:gd name="connsiteX10" fmla="*/ 0 w 12192000"/>
              <a:gd name="connsiteY10" fmla="*/ 3734194 h 5058957"/>
              <a:gd name="connsiteX11" fmla="*/ 0 w 12192000"/>
              <a:gd name="connsiteY11" fmla="*/ 3542069 h 5058957"/>
              <a:gd name="connsiteX12" fmla="*/ 0 w 12192000"/>
              <a:gd name="connsiteY12" fmla="*/ 259692 h 5058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5058957">
                <a:moveTo>
                  <a:pt x="0" y="0"/>
                </a:moveTo>
                <a:lnTo>
                  <a:pt x="12192000" y="0"/>
                </a:lnTo>
                <a:lnTo>
                  <a:pt x="12192000" y="259692"/>
                </a:lnTo>
                <a:lnTo>
                  <a:pt x="12192000" y="3542069"/>
                </a:lnTo>
                <a:lnTo>
                  <a:pt x="12192000" y="3734194"/>
                </a:lnTo>
                <a:lnTo>
                  <a:pt x="12192000" y="4710012"/>
                </a:lnTo>
                <a:lnTo>
                  <a:pt x="12113803" y="4718295"/>
                </a:lnTo>
                <a:cubicBezTo>
                  <a:pt x="10139508" y="4916244"/>
                  <a:pt x="8237152" y="5009247"/>
                  <a:pt x="6753597" y="5041852"/>
                </a:cubicBezTo>
                <a:cubicBezTo>
                  <a:pt x="4940362" y="5081701"/>
                  <a:pt x="2657278" y="5062371"/>
                  <a:pt x="400746" y="4870509"/>
                </a:cubicBezTo>
                <a:lnTo>
                  <a:pt x="0" y="4833533"/>
                </a:lnTo>
                <a:lnTo>
                  <a:pt x="0" y="3734194"/>
                </a:lnTo>
                <a:lnTo>
                  <a:pt x="0" y="3542069"/>
                </a:lnTo>
                <a:lnTo>
                  <a:pt x="0" y="259692"/>
                </a:lnTo>
                <a:close/>
              </a:path>
            </a:pathLst>
          </a:custGeom>
          <a:solidFill>
            <a:schemeClr val="bg1"/>
          </a:solidFill>
          <a:ln w="44450">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sp>
        <p:nvSpPr>
          <p:cNvPr id="4" name="Slide Number Placeholder 3">
            <a:extLst>
              <a:ext uri="{FF2B5EF4-FFF2-40B4-BE49-F238E27FC236}">
                <a16:creationId xmlns:a16="http://schemas.microsoft.com/office/drawing/2014/main" id="{05BDE426-78FB-27BD-2023-446156C696C7}"/>
              </a:ext>
            </a:extLst>
          </p:cNvPr>
          <p:cNvSpPr>
            <a:spLocks noGrp="1"/>
          </p:cNvSpPr>
          <p:nvPr>
            <p:ph type="sldNum" sz="quarter" idx="12"/>
          </p:nvPr>
        </p:nvSpPr>
        <p:spPr>
          <a:xfrm>
            <a:off x="10469880" y="320040"/>
            <a:ext cx="914400" cy="320040"/>
          </a:xfrm>
        </p:spPr>
        <p:txBody>
          <a:bodyPr vert="horz" lIns="91440" tIns="45720" rIns="91440" bIns="45720" rtlCol="0" anchor="ctr">
            <a:normAutofit/>
          </a:bodyPr>
          <a:lstStyle/>
          <a:p>
            <a:pPr defTabSz="457200">
              <a:spcAft>
                <a:spcPts val="600"/>
              </a:spcAft>
            </a:pPr>
            <a:fld id="{5632AF9C-16F3-42A0-B9C1-C9AB0793823B}" type="slidenum">
              <a:rPr lang="en-US">
                <a:solidFill>
                  <a:schemeClr val="tx1"/>
                </a:solidFill>
              </a:rPr>
              <a:pPr defTabSz="457200">
                <a:spcAft>
                  <a:spcPts val="600"/>
                </a:spcAft>
              </a:pPr>
              <a:t>16</a:t>
            </a:fld>
            <a:endParaRPr lang="en-US">
              <a:solidFill>
                <a:schemeClr val="tx1"/>
              </a:solidFill>
            </a:endParaRPr>
          </a:p>
        </p:txBody>
      </p:sp>
      <p:pic>
        <p:nvPicPr>
          <p:cNvPr id="5" name="Picture 4">
            <a:extLst>
              <a:ext uri="{FF2B5EF4-FFF2-40B4-BE49-F238E27FC236}">
                <a16:creationId xmlns:a16="http://schemas.microsoft.com/office/drawing/2014/main" id="{7DFA8F29-7596-51F4-8FDC-06A9548E42DD}"/>
              </a:ext>
            </a:extLst>
          </p:cNvPr>
          <p:cNvPicPr>
            <a:picLocks noChangeAspect="1"/>
          </p:cNvPicPr>
          <p:nvPr/>
        </p:nvPicPr>
        <p:blipFill>
          <a:blip r:embed="rId2"/>
          <a:stretch>
            <a:fillRect/>
          </a:stretch>
        </p:blipFill>
        <p:spPr>
          <a:xfrm>
            <a:off x="922446" y="887083"/>
            <a:ext cx="3581710" cy="3093988"/>
          </a:xfrm>
          <a:prstGeom prst="rect">
            <a:avLst/>
          </a:prstGeom>
        </p:spPr>
      </p:pic>
      <p:pic>
        <p:nvPicPr>
          <p:cNvPr id="9" name="Picture 8">
            <a:extLst>
              <a:ext uri="{FF2B5EF4-FFF2-40B4-BE49-F238E27FC236}">
                <a16:creationId xmlns:a16="http://schemas.microsoft.com/office/drawing/2014/main" id="{6C3B5328-DC22-479F-E3C9-7A0A19C84229}"/>
              </a:ext>
            </a:extLst>
          </p:cNvPr>
          <p:cNvPicPr>
            <a:picLocks noChangeAspect="1"/>
          </p:cNvPicPr>
          <p:nvPr/>
        </p:nvPicPr>
        <p:blipFill>
          <a:blip r:embed="rId3"/>
          <a:stretch>
            <a:fillRect/>
          </a:stretch>
        </p:blipFill>
        <p:spPr>
          <a:xfrm>
            <a:off x="4059044" y="4176684"/>
            <a:ext cx="2682472" cy="358171"/>
          </a:xfrm>
          <a:prstGeom prst="rect">
            <a:avLst/>
          </a:prstGeom>
        </p:spPr>
      </p:pic>
      <p:pic>
        <p:nvPicPr>
          <p:cNvPr id="61" name="Picture 60">
            <a:extLst>
              <a:ext uri="{FF2B5EF4-FFF2-40B4-BE49-F238E27FC236}">
                <a16:creationId xmlns:a16="http://schemas.microsoft.com/office/drawing/2014/main" id="{09BAD4B3-C260-27DB-4842-E18AF7E845EC}"/>
              </a:ext>
            </a:extLst>
          </p:cNvPr>
          <p:cNvPicPr>
            <a:picLocks noChangeAspect="1"/>
          </p:cNvPicPr>
          <p:nvPr/>
        </p:nvPicPr>
        <p:blipFill>
          <a:blip r:embed="rId4"/>
          <a:stretch>
            <a:fillRect/>
          </a:stretch>
        </p:blipFill>
        <p:spPr>
          <a:xfrm>
            <a:off x="5068883" y="609727"/>
            <a:ext cx="6223131" cy="3607275"/>
          </a:xfrm>
          <a:prstGeom prst="rect">
            <a:avLst/>
          </a:prstGeom>
        </p:spPr>
      </p:pic>
    </p:spTree>
    <p:extLst>
      <p:ext uri="{BB962C8B-B14F-4D97-AF65-F5344CB8AC3E}">
        <p14:creationId xmlns:p14="http://schemas.microsoft.com/office/powerpoint/2010/main" val="11476694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3BAF07C-C39E-42EB-BB22-8D46691D97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3061"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D8E9CF54-0466-4261-9E62-0249E60E188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16" name="Freeform 5">
              <a:extLst>
                <a:ext uri="{FF2B5EF4-FFF2-40B4-BE49-F238E27FC236}">
                  <a16:creationId xmlns:a16="http://schemas.microsoft.com/office/drawing/2014/main" id="{33E32106-E8B1-4F76-9EE6-58537738A3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 name="Freeform 6">
              <a:extLst>
                <a:ext uri="{FF2B5EF4-FFF2-40B4-BE49-F238E27FC236}">
                  <a16:creationId xmlns:a16="http://schemas.microsoft.com/office/drawing/2014/main" id="{C32C2C46-A045-44FB-8A74-5EBD650C2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8" name="Freeform 7">
              <a:extLst>
                <a:ext uri="{FF2B5EF4-FFF2-40B4-BE49-F238E27FC236}">
                  <a16:creationId xmlns:a16="http://schemas.microsoft.com/office/drawing/2014/main" id="{6A76F79C-6683-4940-BCF7-4BCCCEE406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 name="Freeform 8">
              <a:extLst>
                <a:ext uri="{FF2B5EF4-FFF2-40B4-BE49-F238E27FC236}">
                  <a16:creationId xmlns:a16="http://schemas.microsoft.com/office/drawing/2014/main" id="{FF4675A3-6D07-4B1F-9BFC-AEBEA1AD06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 name="Freeform 9">
              <a:extLst>
                <a:ext uri="{FF2B5EF4-FFF2-40B4-BE49-F238E27FC236}">
                  <a16:creationId xmlns:a16="http://schemas.microsoft.com/office/drawing/2014/main" id="{765E127A-B6B7-4B1D-B7BD-6C8C969D29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1" name="Freeform 10">
              <a:extLst>
                <a:ext uri="{FF2B5EF4-FFF2-40B4-BE49-F238E27FC236}">
                  <a16:creationId xmlns:a16="http://schemas.microsoft.com/office/drawing/2014/main" id="{3BCA9D9E-C72C-4751-BFA9-10B85CACE3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 name="Freeform 11">
              <a:extLst>
                <a:ext uri="{FF2B5EF4-FFF2-40B4-BE49-F238E27FC236}">
                  <a16:creationId xmlns:a16="http://schemas.microsoft.com/office/drawing/2014/main" id="{080C708C-69BF-441B-AB75-C98160ED06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 name="Freeform 12">
              <a:extLst>
                <a:ext uri="{FF2B5EF4-FFF2-40B4-BE49-F238E27FC236}">
                  <a16:creationId xmlns:a16="http://schemas.microsoft.com/office/drawing/2014/main" id="{3E79964E-F8F1-4763-8892-7BC3DAE306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 name="Freeform 13">
              <a:extLst>
                <a:ext uri="{FF2B5EF4-FFF2-40B4-BE49-F238E27FC236}">
                  <a16:creationId xmlns:a16="http://schemas.microsoft.com/office/drawing/2014/main" id="{FE09592A-FCC9-4AE5-BA0B-730C6F3BBE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 name="Freeform 14">
              <a:extLst>
                <a:ext uri="{FF2B5EF4-FFF2-40B4-BE49-F238E27FC236}">
                  <a16:creationId xmlns:a16="http://schemas.microsoft.com/office/drawing/2014/main" id="{96448994-820C-4BC1-ABF3-4579C6F99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 name="Freeform 15">
              <a:extLst>
                <a:ext uri="{FF2B5EF4-FFF2-40B4-BE49-F238E27FC236}">
                  <a16:creationId xmlns:a16="http://schemas.microsoft.com/office/drawing/2014/main" id="{9BB0D192-565A-42B9-B292-CC032D71A6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 name="Freeform 16">
              <a:extLst>
                <a:ext uri="{FF2B5EF4-FFF2-40B4-BE49-F238E27FC236}">
                  <a16:creationId xmlns:a16="http://schemas.microsoft.com/office/drawing/2014/main" id="{6D1CA09C-5F40-4E92-A7E9-D1FCEE5128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 name="Freeform 17">
              <a:extLst>
                <a:ext uri="{FF2B5EF4-FFF2-40B4-BE49-F238E27FC236}">
                  <a16:creationId xmlns:a16="http://schemas.microsoft.com/office/drawing/2014/main" id="{379F5AA5-2E14-4880-A5A6-07AEF2AD8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 name="Freeform 18">
              <a:extLst>
                <a:ext uri="{FF2B5EF4-FFF2-40B4-BE49-F238E27FC236}">
                  <a16:creationId xmlns:a16="http://schemas.microsoft.com/office/drawing/2014/main" id="{EF14BD32-D239-4DA3-98B3-7752073657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0" name="Freeform 19">
              <a:extLst>
                <a:ext uri="{FF2B5EF4-FFF2-40B4-BE49-F238E27FC236}">
                  <a16:creationId xmlns:a16="http://schemas.microsoft.com/office/drawing/2014/main" id="{CF07B250-E5E4-4624-9BD7-8D513A67B7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1" name="Freeform 20">
              <a:extLst>
                <a:ext uri="{FF2B5EF4-FFF2-40B4-BE49-F238E27FC236}">
                  <a16:creationId xmlns:a16="http://schemas.microsoft.com/office/drawing/2014/main" id="{BCC5D120-7C8C-4290-865C-4EE6E4F245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2" name="Freeform 21">
              <a:extLst>
                <a:ext uri="{FF2B5EF4-FFF2-40B4-BE49-F238E27FC236}">
                  <a16:creationId xmlns:a16="http://schemas.microsoft.com/office/drawing/2014/main" id="{C24688C6-CAE5-4EF2-B2BA-A138DA0A24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3" name="Freeform 22">
              <a:extLst>
                <a:ext uri="{FF2B5EF4-FFF2-40B4-BE49-F238E27FC236}">
                  <a16:creationId xmlns:a16="http://schemas.microsoft.com/office/drawing/2014/main" id="{6BD31099-7C13-4901-A04F-632B1CD846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4" name="Freeform 23">
              <a:extLst>
                <a:ext uri="{FF2B5EF4-FFF2-40B4-BE49-F238E27FC236}">
                  <a16:creationId xmlns:a16="http://schemas.microsoft.com/office/drawing/2014/main" id="{679F5FF7-82B2-4033-8FBE-63170C9378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 name="Title 1">
            <a:extLst>
              <a:ext uri="{FF2B5EF4-FFF2-40B4-BE49-F238E27FC236}">
                <a16:creationId xmlns:a16="http://schemas.microsoft.com/office/drawing/2014/main" id="{2519186F-C4E6-0261-C8C2-65834D5447E4}"/>
              </a:ext>
            </a:extLst>
          </p:cNvPr>
          <p:cNvSpPr>
            <a:spLocks noGrp="1"/>
          </p:cNvSpPr>
          <p:nvPr>
            <p:ph type="title"/>
          </p:nvPr>
        </p:nvSpPr>
        <p:spPr>
          <a:xfrm>
            <a:off x="888630" y="4760132"/>
            <a:ext cx="5093596" cy="1777829"/>
          </a:xfrm>
        </p:spPr>
        <p:txBody>
          <a:bodyPr>
            <a:normAutofit/>
          </a:bodyPr>
          <a:lstStyle/>
          <a:p>
            <a:pPr algn="r"/>
            <a:r>
              <a:rPr lang="en-US">
                <a:solidFill>
                  <a:schemeClr val="tx1"/>
                </a:solidFill>
              </a:rPr>
              <a:t>Discuses Among Yourself and Vote</a:t>
            </a:r>
          </a:p>
        </p:txBody>
      </p:sp>
      <p:pic>
        <p:nvPicPr>
          <p:cNvPr id="6" name="Content Placeholder 5" descr="Photo of school study group enjoying learning">
            <a:extLst>
              <a:ext uri="{FF2B5EF4-FFF2-40B4-BE49-F238E27FC236}">
                <a16:creationId xmlns:a16="http://schemas.microsoft.com/office/drawing/2014/main" id="{F4CAD0CF-EBE5-2499-9F79-6A1F29D3024C}"/>
              </a:ext>
            </a:extLst>
          </p:cNvPr>
          <p:cNvPicPr>
            <a:picLocks noChangeAspect="1"/>
          </p:cNvPicPr>
          <p:nvPr/>
        </p:nvPicPr>
        <p:blipFill>
          <a:blip r:embed="rId2">
            <a:extLst>
              <a:ext uri="{28A0092B-C50C-407E-A947-70E740481C1C}">
                <a14:useLocalDpi xmlns:a14="http://schemas.microsoft.com/office/drawing/2010/main" val="0"/>
              </a:ext>
            </a:extLst>
          </a:blip>
          <a:srcRect t="35798" b="7685"/>
          <a:stretch>
            <a:fillRect/>
          </a:stretch>
        </p:blipFill>
        <p:spPr>
          <a:xfrm>
            <a:off x="20" y="10"/>
            <a:ext cx="12191980" cy="4599422"/>
          </a:xfrm>
          <a:custGeom>
            <a:avLst/>
            <a:gdLst/>
            <a:ahLst/>
            <a:cxnLst/>
            <a:rect l="l" t="t" r="r" b="b"/>
            <a:pathLst>
              <a:path w="12192000" h="4621300">
                <a:moveTo>
                  <a:pt x="0" y="0"/>
                </a:moveTo>
                <a:lnTo>
                  <a:pt x="12192000" y="0"/>
                </a:lnTo>
                <a:lnTo>
                  <a:pt x="12192000" y="3104412"/>
                </a:lnTo>
                <a:lnTo>
                  <a:pt x="12192000" y="3296537"/>
                </a:lnTo>
                <a:lnTo>
                  <a:pt x="12192000" y="4272355"/>
                </a:lnTo>
                <a:lnTo>
                  <a:pt x="12113803" y="4280638"/>
                </a:lnTo>
                <a:cubicBezTo>
                  <a:pt x="10139508" y="4478587"/>
                  <a:pt x="8237152" y="4571590"/>
                  <a:pt x="6753597" y="4604195"/>
                </a:cubicBezTo>
                <a:cubicBezTo>
                  <a:pt x="4940362" y="4644044"/>
                  <a:pt x="2657278" y="4624714"/>
                  <a:pt x="400746" y="4432852"/>
                </a:cubicBezTo>
                <a:lnTo>
                  <a:pt x="0" y="4395876"/>
                </a:lnTo>
                <a:lnTo>
                  <a:pt x="0" y="3296537"/>
                </a:lnTo>
                <a:lnTo>
                  <a:pt x="0" y="3104412"/>
                </a:lnTo>
                <a:close/>
              </a:path>
            </a:pathLst>
          </a:custGeom>
        </p:spPr>
      </p:pic>
      <p:sp>
        <p:nvSpPr>
          <p:cNvPr id="4" name="Slide Number Placeholder 3">
            <a:extLst>
              <a:ext uri="{FF2B5EF4-FFF2-40B4-BE49-F238E27FC236}">
                <a16:creationId xmlns:a16="http://schemas.microsoft.com/office/drawing/2014/main" id="{3D17BBD0-BCEA-724D-B50E-66361B297543}"/>
              </a:ext>
            </a:extLst>
          </p:cNvPr>
          <p:cNvSpPr>
            <a:spLocks noGrp="1"/>
          </p:cNvSpPr>
          <p:nvPr>
            <p:ph type="sldNum" sz="quarter" idx="12"/>
          </p:nvPr>
        </p:nvSpPr>
        <p:spPr>
          <a:xfrm>
            <a:off x="10469880" y="320040"/>
            <a:ext cx="914400" cy="320040"/>
          </a:xfrm>
        </p:spPr>
        <p:txBody>
          <a:bodyPr>
            <a:normAutofit/>
          </a:bodyPr>
          <a:lstStyle/>
          <a:p>
            <a:pPr>
              <a:spcAft>
                <a:spcPts val="600"/>
              </a:spcAft>
            </a:pPr>
            <a:fld id="{5632AF9C-16F3-42A0-B9C1-C9AB0793823B}" type="slidenum">
              <a:rPr lang="en-US">
                <a:solidFill>
                  <a:srgbClr val="FFFFFE"/>
                </a:solidFill>
              </a:rPr>
              <a:pPr>
                <a:spcAft>
                  <a:spcPts val="600"/>
                </a:spcAft>
              </a:pPr>
              <a:t>17</a:t>
            </a:fld>
            <a:endParaRPr lang="en-US">
              <a:solidFill>
                <a:srgbClr val="FFFFFE"/>
              </a:solidFill>
            </a:endParaRPr>
          </a:p>
        </p:txBody>
      </p:sp>
      <p:sp>
        <p:nvSpPr>
          <p:cNvPr id="10" name="Content Placeholder 9">
            <a:extLst>
              <a:ext uri="{FF2B5EF4-FFF2-40B4-BE49-F238E27FC236}">
                <a16:creationId xmlns:a16="http://schemas.microsoft.com/office/drawing/2014/main" id="{E2284105-6114-06EE-6A1B-D6D964CE5450}"/>
              </a:ext>
            </a:extLst>
          </p:cNvPr>
          <p:cNvSpPr>
            <a:spLocks noGrp="1"/>
          </p:cNvSpPr>
          <p:nvPr>
            <p:ph idx="1"/>
          </p:nvPr>
        </p:nvSpPr>
        <p:spPr>
          <a:xfrm>
            <a:off x="6226706" y="4767660"/>
            <a:ext cx="5173613" cy="1770300"/>
          </a:xfrm>
        </p:spPr>
        <p:txBody>
          <a:bodyPr>
            <a:normAutofit fontScale="85000" lnSpcReduction="10000"/>
          </a:bodyPr>
          <a:lstStyle/>
          <a:p>
            <a:r>
              <a:rPr lang="en-US" dirty="0"/>
              <a:t>Keep in mind our 3 elements are:</a:t>
            </a:r>
          </a:p>
          <a:p>
            <a:r>
              <a:rPr lang="en-US" dirty="0"/>
              <a:t>A 3.93701in by 3.93701 in by 3.93701 in cube~1kg</a:t>
            </a:r>
          </a:p>
          <a:p>
            <a:r>
              <a:rPr lang="en-US" dirty="0"/>
              <a:t>A Spherical bean bag with r= 1.25984 in~130g</a:t>
            </a:r>
          </a:p>
          <a:p>
            <a:r>
              <a:rPr lang="en-US" dirty="0"/>
              <a:t>A 7.5 in by 7.5 in by 6.7 in </a:t>
            </a:r>
            <a:r>
              <a:rPr lang="en-US" dirty="0" err="1"/>
              <a:t>collapseable</a:t>
            </a:r>
            <a:r>
              <a:rPr lang="en-US" dirty="0"/>
              <a:t> bucket~1to2 kg</a:t>
            </a:r>
          </a:p>
        </p:txBody>
      </p:sp>
    </p:spTree>
    <p:extLst>
      <p:ext uri="{BB962C8B-B14F-4D97-AF65-F5344CB8AC3E}">
        <p14:creationId xmlns:p14="http://schemas.microsoft.com/office/powerpoint/2010/main" val="141640327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872F6-B2A6-984C-EC15-82779455B1FC}"/>
              </a:ext>
            </a:extLst>
          </p:cNvPr>
          <p:cNvSpPr>
            <a:spLocks noGrp="1"/>
          </p:cNvSpPr>
          <p:nvPr>
            <p:ph type="title"/>
          </p:nvPr>
        </p:nvSpPr>
        <p:spPr/>
        <p:txBody>
          <a:bodyPr/>
          <a:lstStyle/>
          <a:p>
            <a:r>
              <a:rPr lang="en-US" dirty="0"/>
              <a:t>Resources:</a:t>
            </a:r>
          </a:p>
        </p:txBody>
      </p:sp>
      <p:sp>
        <p:nvSpPr>
          <p:cNvPr id="3" name="Content Placeholder 2">
            <a:extLst>
              <a:ext uri="{FF2B5EF4-FFF2-40B4-BE49-F238E27FC236}">
                <a16:creationId xmlns:a16="http://schemas.microsoft.com/office/drawing/2014/main" id="{549C2C61-25E6-C11D-C5CF-638092D84809}"/>
              </a:ext>
            </a:extLst>
          </p:cNvPr>
          <p:cNvSpPr>
            <a:spLocks noGrp="1"/>
          </p:cNvSpPr>
          <p:nvPr>
            <p:ph idx="1"/>
          </p:nvPr>
        </p:nvSpPr>
        <p:spPr/>
        <p:txBody>
          <a:bodyPr/>
          <a:lstStyle/>
          <a:p>
            <a:r>
              <a:rPr lang="en-US" dirty="0">
                <a:solidFill>
                  <a:schemeClr val="accent2"/>
                </a:solidFill>
                <a:hlinkClick r:id="rId2">
                  <a:extLst>
                    <a:ext uri="{A12FA001-AC4F-418D-AE19-62706E023703}">
                      <ahyp:hlinkClr xmlns:ahyp="http://schemas.microsoft.com/office/drawing/2018/hyperlinkcolor" val="tx"/>
                    </a:ext>
                  </a:extLst>
                </a:hlinkClick>
              </a:rPr>
              <a:t>https://cokoino.com/products/robot-claw-with-metal-servo-for-arduino-raspberry-pi-microbit-diy</a:t>
            </a:r>
            <a:r>
              <a:rPr lang="en-US" dirty="0">
                <a:solidFill>
                  <a:schemeClr val="accent2"/>
                </a:solidFill>
              </a:rPr>
              <a:t> </a:t>
            </a:r>
            <a:r>
              <a:rPr lang="en-US" dirty="0"/>
              <a:t>(1)</a:t>
            </a:r>
          </a:p>
          <a:p>
            <a:r>
              <a:rPr lang="en-US" dirty="0">
                <a:solidFill>
                  <a:srgbClr val="FC5A1A"/>
                </a:solidFill>
                <a:hlinkClick r:id="rId3">
                  <a:extLst>
                    <a:ext uri="{A12FA001-AC4F-418D-AE19-62706E023703}">
                      <ahyp:hlinkClr xmlns:ahyp="http://schemas.microsoft.com/office/drawing/2018/hyperlinkcolor" val="tx"/>
                    </a:ext>
                  </a:extLst>
                </a:hlinkClick>
              </a:rPr>
              <a:t>https://learn.adafruit.com/drone-claw/</a:t>
            </a:r>
            <a:r>
              <a:rPr lang="en-US" dirty="0">
                <a:solidFill>
                  <a:schemeClr val="accent2"/>
                </a:solidFill>
                <a:hlinkClick r:id="rId3">
                  <a:extLst>
                    <a:ext uri="{A12FA001-AC4F-418D-AE19-62706E023703}">
                      <ahyp:hlinkClr xmlns:ahyp="http://schemas.microsoft.com/office/drawing/2018/hyperlinkcolor" val="tx"/>
                    </a:ext>
                  </a:extLst>
                </a:hlinkClick>
              </a:rPr>
              <a:t>overview</a:t>
            </a:r>
            <a:r>
              <a:rPr lang="en-US" dirty="0">
                <a:solidFill>
                  <a:schemeClr val="accent2"/>
                </a:solidFill>
              </a:rPr>
              <a:t> </a:t>
            </a:r>
            <a:r>
              <a:rPr lang="en-US" dirty="0"/>
              <a:t>(2)</a:t>
            </a:r>
          </a:p>
          <a:p>
            <a:r>
              <a:rPr lang="en-US" dirty="0">
                <a:solidFill>
                  <a:srgbClr val="FC5A1A"/>
                </a:solidFill>
                <a:hlinkClick r:id="rId4">
                  <a:extLst>
                    <a:ext uri="{A12FA001-AC4F-418D-AE19-62706E023703}">
                      <ahyp:hlinkClr xmlns:ahyp="http://schemas.microsoft.com/office/drawing/2018/hyperlinkcolor" val="tx"/>
                    </a:ext>
                  </a:extLst>
                </a:hlinkClick>
              </a:rPr>
              <a:t>https://www.aliexpress.us/item/3256808139902221.html?src=google&amp;pdp_npi=4%40dis%21USD%</a:t>
            </a:r>
            <a:r>
              <a:rPr lang="en-US" dirty="0">
                <a:solidFill>
                  <a:schemeClr val="accent2"/>
                </a:solidFill>
                <a:hlinkClick r:id="rId4">
                  <a:extLst>
                    <a:ext uri="{A12FA001-AC4F-418D-AE19-62706E023703}">
                      <ahyp:hlinkClr xmlns:ahyp="http://schemas.microsoft.com/office/drawing/2018/hyperlinkcolor" val="tx"/>
                    </a:ext>
                  </a:extLst>
                </a:hlinkClick>
              </a:rPr>
              <a:t>2169.50%2163.93%21%21%21%21%21%40%2112000044612948606%21ppc%21%21%21&amp;gatewayAdapt=glo2usa#nav-description</a:t>
            </a:r>
            <a:r>
              <a:rPr lang="en-US" dirty="0">
                <a:solidFill>
                  <a:schemeClr val="accent2"/>
                </a:solidFill>
              </a:rPr>
              <a:t> </a:t>
            </a:r>
            <a:r>
              <a:rPr lang="en-US" dirty="0"/>
              <a:t>(3)</a:t>
            </a:r>
          </a:p>
          <a:p>
            <a:endParaRPr lang="en-US" dirty="0">
              <a:solidFill>
                <a:schemeClr val="accent2"/>
              </a:solidFill>
            </a:endParaRPr>
          </a:p>
        </p:txBody>
      </p:sp>
      <p:sp>
        <p:nvSpPr>
          <p:cNvPr id="4" name="Slide Number Placeholder 3">
            <a:extLst>
              <a:ext uri="{FF2B5EF4-FFF2-40B4-BE49-F238E27FC236}">
                <a16:creationId xmlns:a16="http://schemas.microsoft.com/office/drawing/2014/main" id="{70511349-01FB-D250-A0C8-5BB3E77A1490}"/>
              </a:ext>
            </a:extLst>
          </p:cNvPr>
          <p:cNvSpPr>
            <a:spLocks noGrp="1"/>
          </p:cNvSpPr>
          <p:nvPr>
            <p:ph type="sldNum" sz="quarter" idx="12"/>
          </p:nvPr>
        </p:nvSpPr>
        <p:spPr>
          <a:xfrm>
            <a:off x="10376452" y="320040"/>
            <a:ext cx="1007828" cy="300162"/>
          </a:xfrm>
        </p:spPr>
        <p:txBody>
          <a:bodyPr/>
          <a:lstStyle/>
          <a:p>
            <a:fld id="{5632AF9C-16F3-42A0-B9C1-C9AB0793823B}" type="slidenum">
              <a:rPr lang="en-US" smtClean="0"/>
              <a:t>18</a:t>
            </a:fld>
            <a:endParaRPr lang="en-US" dirty="0"/>
          </a:p>
        </p:txBody>
      </p:sp>
    </p:spTree>
    <p:extLst>
      <p:ext uri="{BB962C8B-B14F-4D97-AF65-F5344CB8AC3E}">
        <p14:creationId xmlns:p14="http://schemas.microsoft.com/office/powerpoint/2010/main" val="3331261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Atlas">
  <a:themeElements>
    <a:clrScheme name="Atlas">
      <a:dk1>
        <a:sysClr val="windowText" lastClr="000000"/>
      </a:dk1>
      <a:lt1>
        <a:sysClr val="window" lastClr="FFFFFF"/>
      </a:lt1>
      <a:dk2>
        <a:srgbClr val="454545"/>
      </a:dk2>
      <a:lt2>
        <a:srgbClr val="E0E0E0"/>
      </a:lt2>
      <a:accent1>
        <a:srgbClr val="F81B02"/>
      </a:accent1>
      <a:accent2>
        <a:srgbClr val="FC7715"/>
      </a:accent2>
      <a:accent3>
        <a:srgbClr val="AFBF41"/>
      </a:accent3>
      <a:accent4>
        <a:srgbClr val="50C49F"/>
      </a:accent4>
      <a:accent5>
        <a:srgbClr val="3B95C4"/>
      </a:accent5>
      <a:accent6>
        <a:srgbClr val="B560D4"/>
      </a:accent6>
      <a:hlink>
        <a:srgbClr val="FC5A1A"/>
      </a:hlink>
      <a:folHlink>
        <a:srgbClr val="B49E74"/>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508F7963-D0B5-43F7-BB2C-FCE3009C08E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335</TotalTime>
  <Words>986</Words>
  <Application>Microsoft Office PowerPoint</Application>
  <PresentationFormat>Widescreen</PresentationFormat>
  <Paragraphs>118</Paragraphs>
  <Slides>18</Slides>
  <Notes>0</Notes>
  <HiddenSlides>0</HiddenSlides>
  <MMClips>1</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18</vt:i4>
      </vt:variant>
    </vt:vector>
  </HeadingPairs>
  <TitlesOfParts>
    <vt:vector size="27" baseType="lpstr">
      <vt:lpstr>Aptos</vt:lpstr>
      <vt:lpstr>Aptos Display</vt:lpstr>
      <vt:lpstr>Aptos Narrow</vt:lpstr>
      <vt:lpstr>Arial</vt:lpstr>
      <vt:lpstr>Calibri Light</vt:lpstr>
      <vt:lpstr>Rockwell</vt:lpstr>
      <vt:lpstr>Wingdings</vt:lpstr>
      <vt:lpstr>Office Theme</vt:lpstr>
      <vt:lpstr>Atlas</vt:lpstr>
      <vt:lpstr>CSUN ECE UAV Project Top Three Claws  01/30/26</vt:lpstr>
      <vt:lpstr>Table of Contents:</vt:lpstr>
      <vt:lpstr>Efficiency==Light weight: score(20)</vt:lpstr>
      <vt:lpstr>compatible with razz pie: score(13)</vt:lpstr>
      <vt:lpstr>compatible with Linux: score(13)</vt:lpstr>
      <vt:lpstr>Simplistic: score(20)</vt:lpstr>
      <vt:lpstr>Latch Designs: score(1)</vt:lpstr>
      <vt:lpstr>Pure System Mechanic Denominations: each score(1)</vt:lpstr>
      <vt:lpstr>Hybrid System Mechanic Denominations: each score(15)</vt:lpstr>
      <vt:lpstr>Top Three Winers of the Criteria Matrix</vt:lpstr>
      <vt:lpstr>Robot Claw with Metal Servo for Arduino/Raspberry Pi/Microbit DIY score(74)</vt:lpstr>
      <vt:lpstr>Material List and Approximate Cost</vt:lpstr>
      <vt:lpstr>CPX Drone Claw score(78)</vt:lpstr>
      <vt:lpstr>Material List and Approximate Cost</vt:lpstr>
      <vt:lpstr>Granular Jamming Grippers score(95)</vt:lpstr>
      <vt:lpstr>Material List and Approximate Cost</vt:lpstr>
      <vt:lpstr>Discuses Among Yourself and Vote</vt:lpstr>
      <vt:lpstr>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Meza, Luis A</dc:creator>
  <cp:lastModifiedBy>Meza, Luis A</cp:lastModifiedBy>
  <cp:revision>1</cp:revision>
  <dcterms:created xsi:type="dcterms:W3CDTF">2026-01-30T20:15:42Z</dcterms:created>
  <dcterms:modified xsi:type="dcterms:W3CDTF">2026-02-03T02:51:11Z</dcterms:modified>
</cp:coreProperties>
</file>